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56" r:id="rId5"/>
    <p:sldId id="294" r:id="rId6"/>
    <p:sldId id="296" r:id="rId7"/>
    <p:sldId id="295" r:id="rId8"/>
    <p:sldId id="262" r:id="rId9"/>
  </p:sldIdLst>
  <p:sldSz cx="12192000" cy="6858000"/>
  <p:notesSz cx="6858000" cy="9144000"/>
  <p:embeddedFontLst>
    <p:embeddedFont>
      <p:font typeface="Mindset" panose="02000503000000000000" pitchFamily="50" charset="-18"/>
      <p:regular r:id="rId11"/>
    </p:embeddedFont>
    <p:embeddedFont>
      <p:font typeface="Mindset Slim" panose="02000503000000000000" pitchFamily="50" charset="-18"/>
      <p:regular r:id="rId12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00"/>
    <a:srgbClr val="084C1D"/>
    <a:srgbClr val="109439"/>
    <a:srgbClr val="005900"/>
    <a:srgbClr val="15C54B"/>
    <a:srgbClr val="0C722C"/>
    <a:srgbClr val="0B6527"/>
    <a:srgbClr val="17CF50"/>
    <a:srgbClr val="0E782F"/>
    <a:srgbClr val="DDC7A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0E5E7-940F-669D-B075-16C696C01920}" v="8" dt="2024-08-19T06:30:06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034" autoAdjust="0"/>
  </p:normalViewPr>
  <p:slideViewPr>
    <p:cSldViewPr snapToGrid="0" snapToObjects="1">
      <p:cViewPr varScale="1">
        <p:scale>
          <a:sx n="66" d="100"/>
          <a:sy n="66" d="100"/>
        </p:scale>
        <p:origin x="40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fia Pęczkowska" userId="S::zofia.peczkowska@kubara.net::5f1ad3d1-b666-4d7a-8780-8a91f97105a7" providerId="AD" clId="Web-{63E0E5E7-940F-669D-B075-16C696C01920}"/>
    <pc:docChg chg="modSld">
      <pc:chgData name="Zofia Pęczkowska" userId="S::zofia.peczkowska@kubara.net::5f1ad3d1-b666-4d7a-8780-8a91f97105a7" providerId="AD" clId="Web-{63E0E5E7-940F-669D-B075-16C696C01920}" dt="2024-08-19T06:30:06.752" v="3" actId="20577"/>
      <pc:docMkLst>
        <pc:docMk/>
      </pc:docMkLst>
      <pc:sldChg chg="modSp">
        <pc:chgData name="Zofia Pęczkowska" userId="S::zofia.peczkowska@kubara.net::5f1ad3d1-b666-4d7a-8780-8a91f97105a7" providerId="AD" clId="Web-{63E0E5E7-940F-669D-B075-16C696C01920}" dt="2024-08-19T06:30:06.752" v="3" actId="20577"/>
        <pc:sldMkLst>
          <pc:docMk/>
          <pc:sldMk cId="1373285483" sldId="294"/>
        </pc:sldMkLst>
        <pc:spChg chg="mod">
          <ac:chgData name="Zofia Pęczkowska" userId="S::zofia.peczkowska@kubara.net::5f1ad3d1-b666-4d7a-8780-8a91f97105a7" providerId="AD" clId="Web-{63E0E5E7-940F-669D-B075-16C696C01920}" dt="2024-08-19T06:30:06.752" v="3" actId="20577"/>
          <ac:spMkLst>
            <pc:docMk/>
            <pc:sldMk cId="1373285483" sldId="294"/>
            <ac:spMk id="11" creationId="{63E33206-185F-B9AF-3C8A-9B3976D9B3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48031-D91F-405C-98BF-B6896DD6FD5A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FF193-BD7D-4658-B8C7-D067F9A48D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568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FF193-BD7D-4658-B8C7-D067F9A48DD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405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FF5DE4-334F-104E-8748-D8808A090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1E5CAFF-2E0A-C846-8224-042C7BDCD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C83C6D-E05E-2B44-B94F-C52AF398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F8BB67-9AD4-0E46-9C12-8B7397FD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101461B-2B64-814F-9896-D805EC50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07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8DEA18-2296-C249-8013-0D5450FB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6F0467-CCF4-1143-B465-785D66BF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68C02F-6AF6-C249-8636-0C0A2C70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72FADE-1F3B-B642-BDA0-AC9E28AA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AEA7E4-71D5-FB49-8E38-E0F88BA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146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3D3DBE-649E-5345-80E4-84E25688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891EC82-2D6D-E54A-8337-42EC0D0BF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7CE667-4275-0547-8711-E21E09D2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1AA827D-4BD1-4749-B65A-BC134A8B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54238D-3DEB-F84F-83CF-B3735894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391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916C13-C482-824D-ABE7-4A127533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1A57628-28A5-8A4A-9F5E-7DAAC0412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561B881-917D-554F-8E61-6C7EAD4D3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AA003C7-854B-2D40-8355-D3E47000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FDD7DA7-339A-E74D-871F-C8986DFB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82A2852-C75B-F740-A905-AE691D0E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736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A25790-BEA7-534C-9F11-28E13E98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FAC673F-FBB7-CC40-BAAE-52CF62ECF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14F7F8A-958C-F945-8BB3-D66AE11C1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8B8B698-9334-0F40-B843-5D4120F54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6DEED91-A0FB-5B44-8011-6725E912E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36B2015-4A90-A44B-8239-988DFAFA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F2DF1C8-EC8A-CA46-B6C6-1857BB8C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81C97D6-DD50-3C46-8BD8-ED205256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718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AC9462-CA52-A147-9D8E-A134C705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788C4FF-4EE6-924D-90A2-A62164E35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12624C0-E2A3-E649-8B66-AD7A5BCA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3A4366D-4F0B-D840-997E-7F3ABAD5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498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D5BC7D6-E51C-1845-96CE-4245604DD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1F236E2-9FA9-A54D-8C27-C938B8A2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2837DF6-F366-8A4E-B88A-5B6F6C54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154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65B18F-C37F-8A46-9F9F-70932CE1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2762BC-FD45-864C-94AE-7B7292F06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9DE795B-346A-3B4A-A47C-805740D00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DAEE128-E0AB-8C42-B6C7-99199550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C7C72C6-B265-FE49-87AB-637EA554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4E58606-F3A0-D04E-AD06-B47003B9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639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7F29E7-51EC-7C41-948C-94F0E389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86EB119-017E-8844-9B3D-655676FB2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6A955C6-8BDC-154C-B01D-9DDF0DBE9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D029FFF-44BF-8B48-87EB-E27D5F9C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1F8ECFC-50E4-514C-97A0-A5DF4F58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14D2A04-F9F0-494E-AB99-679881FF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108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ADC12C-F1DF-3C44-88C1-B3647BF5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5C5E7B6-277E-BF42-A345-BD5743047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4BB8F5A-CC41-9C4D-8325-92E4C0B9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EC3F84-5D4A-C14C-933B-3A0B9719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E7ADD1-94FF-1D46-866F-9FF7286A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123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0CCA20E-1BD2-2647-8EE0-C0BA2AF64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AFFD6B8-C2B2-4949-80ED-39EB21B7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849772-1BBA-DD41-8899-C43A89EB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CD7936-25F9-6649-90BD-F39B500F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660F08-9E17-2D4A-B7F7-1C5ABF4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658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66F0450-1CC2-5E49-872E-2C6C99E4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39560FD-C154-7A4B-A069-F4FE9EA54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l-PL"/>
              <a:t>Edytuj style wzorca tekstu
Drugi poziom
Trzeci poziom
Czwarty poziom
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9F65ED-5814-5E4E-A7F8-552BCE9A5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D52E5-11DB-CA46-8351-A203D1848BF8}" type="datetimeFigureOut">
              <a:rPr lang="pl-PL" smtClean="0"/>
              <a:t>10.08.2026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2C7400-6542-DD41-96A0-8689034A3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6455DE-5EC8-DB48-BA61-4F2D0CC95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5F518-06B9-B641-8B79-77076623FB0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569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4.emf"/><Relationship Id="rId7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>
            <a:extLst>
              <a:ext uri="{FF2B5EF4-FFF2-40B4-BE49-F238E27FC236}">
                <a16:creationId xmlns:a16="http://schemas.microsoft.com/office/drawing/2014/main" id="{6C6671F2-2C82-394E-A196-93CF4ED59F59}"/>
              </a:ext>
            </a:extLst>
          </p:cNvPr>
          <p:cNvSpPr/>
          <p:nvPr/>
        </p:nvSpPr>
        <p:spPr>
          <a:xfrm>
            <a:off x="1" y="0"/>
            <a:ext cx="5954076" cy="6858000"/>
          </a:xfrm>
          <a:prstGeom prst="rect">
            <a:avLst/>
          </a:prstGeom>
          <a:solidFill>
            <a:srgbClr val="0064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solidFill>
                <a:srgbClr val="009114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07AB096-1A82-57AD-3AE6-CF1AFD285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38" y="1910100"/>
            <a:ext cx="3611699" cy="2663628"/>
          </a:xfrm>
          <a:prstGeom prst="rect">
            <a:avLst/>
          </a:prstGeom>
        </p:spPr>
      </p:pic>
      <p:grpSp>
        <p:nvGrpSpPr>
          <p:cNvPr id="2" name="Grupa 1">
            <a:extLst>
              <a:ext uri="{FF2B5EF4-FFF2-40B4-BE49-F238E27FC236}">
                <a16:creationId xmlns:a16="http://schemas.microsoft.com/office/drawing/2014/main" id="{0F48CC62-693B-F55F-5802-9603B6F36E90}"/>
              </a:ext>
            </a:extLst>
          </p:cNvPr>
          <p:cNvGrpSpPr/>
          <p:nvPr/>
        </p:nvGrpSpPr>
        <p:grpSpPr>
          <a:xfrm>
            <a:off x="5959580" y="2230594"/>
            <a:ext cx="6243427" cy="2906948"/>
            <a:chOff x="5954071" y="2422323"/>
            <a:chExt cx="6243427" cy="2906948"/>
          </a:xfrm>
        </p:grpSpPr>
        <p:grpSp>
          <p:nvGrpSpPr>
            <p:cNvPr id="13" name="Grupa 12">
              <a:extLst>
                <a:ext uri="{FF2B5EF4-FFF2-40B4-BE49-F238E27FC236}">
                  <a16:creationId xmlns:a16="http://schemas.microsoft.com/office/drawing/2014/main" id="{9D758B37-0902-725C-D3CC-41219E459991}"/>
                </a:ext>
              </a:extLst>
            </p:cNvPr>
            <p:cNvGrpSpPr/>
            <p:nvPr/>
          </p:nvGrpSpPr>
          <p:grpSpPr>
            <a:xfrm>
              <a:off x="5954071" y="2422323"/>
              <a:ext cx="6243427" cy="1766617"/>
              <a:chOff x="5954081" y="2609114"/>
              <a:chExt cx="6243427" cy="1766617"/>
            </a:xfrm>
          </p:grpSpPr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A9D17A2-65DC-4186-BCB4-643332D05BB6}"/>
                  </a:ext>
                </a:extLst>
              </p:cNvPr>
              <p:cNvSpPr txBox="1"/>
              <p:nvPr/>
            </p:nvSpPr>
            <p:spPr>
              <a:xfrm>
                <a:off x="5954081" y="2609114"/>
                <a:ext cx="6237924" cy="1216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8000"/>
                  </a:lnSpc>
                </a:pPr>
                <a:r>
                  <a:rPr lang="pl-PL" sz="11500" dirty="0">
                    <a:solidFill>
                      <a:srgbClr val="084C1D"/>
                    </a:solidFill>
                    <a:latin typeface="Mindset" panose="02000503000000000000" pitchFamily="2" charset="-18"/>
                  </a:rPr>
                  <a:t>TYTUŁ</a:t>
                </a:r>
              </a:p>
            </p:txBody>
          </p:sp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FD4E58A3-1F90-AF94-88AF-9FA27A740EB2}"/>
                  </a:ext>
                </a:extLst>
              </p:cNvPr>
              <p:cNvSpPr txBox="1"/>
              <p:nvPr/>
            </p:nvSpPr>
            <p:spPr>
              <a:xfrm>
                <a:off x="5959584" y="3329162"/>
                <a:ext cx="6237924" cy="1046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8000"/>
                  </a:lnSpc>
                </a:pPr>
                <a:r>
                  <a:rPr lang="pl-PL" sz="4800" dirty="0">
                    <a:solidFill>
                      <a:srgbClr val="084C1D"/>
                    </a:solidFill>
                    <a:latin typeface="Mindset" panose="02000503000000000000" pitchFamily="2" charset="-18"/>
                  </a:rPr>
                  <a:t>PREZENTACJI</a:t>
                </a:r>
              </a:p>
            </p:txBody>
          </p:sp>
        </p:grpSp>
        <p:pic>
          <p:nvPicPr>
            <p:cNvPr id="3" name="Obraz 2">
              <a:extLst>
                <a:ext uri="{FF2B5EF4-FFF2-40B4-BE49-F238E27FC236}">
                  <a16:creationId xmlns:a16="http://schemas.microsoft.com/office/drawing/2014/main" id="{8BC1DDE0-598F-1FB8-24FB-E13810CFB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7917" y="4188940"/>
              <a:ext cx="3190232" cy="205033"/>
            </a:xfrm>
            <a:prstGeom prst="rect">
              <a:avLst/>
            </a:prstGeom>
          </p:spPr>
        </p:pic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EB5F4A8F-350F-E9CD-03E0-D16DD706CB6D}"/>
                </a:ext>
              </a:extLst>
            </p:cNvPr>
            <p:cNvSpPr txBox="1"/>
            <p:nvPr/>
          </p:nvSpPr>
          <p:spPr>
            <a:xfrm>
              <a:off x="5954077" y="4559830"/>
              <a:ext cx="623792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4400" dirty="0">
                  <a:solidFill>
                    <a:srgbClr val="11953B"/>
                  </a:solidFill>
                  <a:latin typeface="Mindset" panose="02000503000000000000" pitchFamily="50" charset="-18"/>
                </a:rPr>
                <a:t>podtytuł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859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rostokąt 33">
            <a:extLst>
              <a:ext uri="{FF2B5EF4-FFF2-40B4-BE49-F238E27FC236}">
                <a16:creationId xmlns:a16="http://schemas.microsoft.com/office/drawing/2014/main" id="{186F4A65-4FDD-4DAF-B876-870F28771BBC}"/>
              </a:ext>
            </a:extLst>
          </p:cNvPr>
          <p:cNvSpPr/>
          <p:nvPr/>
        </p:nvSpPr>
        <p:spPr>
          <a:xfrm>
            <a:off x="2" y="0"/>
            <a:ext cx="1202634" cy="6858000"/>
          </a:xfrm>
          <a:prstGeom prst="rect">
            <a:avLst/>
          </a:prstGeom>
          <a:solidFill>
            <a:srgbClr val="0064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2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F554856-407F-B4A6-B131-2725B4D4F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90" y="395820"/>
            <a:ext cx="889045" cy="655671"/>
          </a:xfrm>
          <a:prstGeom prst="rect">
            <a:avLst/>
          </a:prstGeom>
        </p:spPr>
      </p:pic>
      <p:grpSp>
        <p:nvGrpSpPr>
          <p:cNvPr id="4" name="Grupa 3">
            <a:extLst>
              <a:ext uri="{FF2B5EF4-FFF2-40B4-BE49-F238E27FC236}">
                <a16:creationId xmlns:a16="http://schemas.microsoft.com/office/drawing/2014/main" id="{E9CB2241-03B1-AB3F-027F-18C4012F1F8B}"/>
              </a:ext>
            </a:extLst>
          </p:cNvPr>
          <p:cNvGrpSpPr/>
          <p:nvPr/>
        </p:nvGrpSpPr>
        <p:grpSpPr>
          <a:xfrm>
            <a:off x="1857901" y="221028"/>
            <a:ext cx="9776636" cy="939645"/>
            <a:chOff x="1857901" y="221028"/>
            <a:chExt cx="9776636" cy="939645"/>
          </a:xfrm>
        </p:grpSpPr>
        <p:pic>
          <p:nvPicPr>
            <p:cNvPr id="6" name="Obraz 11">
              <a:extLst>
                <a:ext uri="{FF2B5EF4-FFF2-40B4-BE49-F238E27FC236}">
                  <a16:creationId xmlns:a16="http://schemas.microsoft.com/office/drawing/2014/main" id="{CA74CC24-D70E-15F4-B7AE-7C67C5E28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901" y="221028"/>
              <a:ext cx="9776636" cy="939645"/>
            </a:xfrm>
            <a:prstGeom prst="rect">
              <a:avLst/>
            </a:prstGeom>
          </p:spPr>
        </p:pic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4D3990BA-45D4-6F4A-6A67-91C113805E26}"/>
                </a:ext>
              </a:extLst>
            </p:cNvPr>
            <p:cNvSpPr txBox="1"/>
            <p:nvPr/>
          </p:nvSpPr>
          <p:spPr>
            <a:xfrm>
              <a:off x="1857902" y="338934"/>
              <a:ext cx="97766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4400" dirty="0">
                  <a:solidFill>
                    <a:schemeClr val="bg1"/>
                  </a:solidFill>
                  <a:latin typeface="Mindset" panose="02000503000000000000" pitchFamily="2" charset="-18"/>
                </a:rPr>
                <a:t>TYTUŁ SLAJDU</a:t>
              </a:r>
            </a:p>
          </p:txBody>
        </p:sp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844721D4-E569-223D-C9C8-251C644C66F9}"/>
              </a:ext>
            </a:extLst>
          </p:cNvPr>
          <p:cNvGrpSpPr/>
          <p:nvPr/>
        </p:nvGrpSpPr>
        <p:grpSpPr>
          <a:xfrm>
            <a:off x="2086501" y="1690846"/>
            <a:ext cx="9776636" cy="584775"/>
            <a:chOff x="1850235" y="2031983"/>
            <a:chExt cx="9776636" cy="584775"/>
          </a:xfrm>
        </p:grpSpPr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63E33206-185F-B9AF-3C8A-9B3976D9B386}"/>
                </a:ext>
              </a:extLst>
            </p:cNvPr>
            <p:cNvSpPr txBox="1"/>
            <p:nvPr/>
          </p:nvSpPr>
          <p:spPr>
            <a:xfrm>
              <a:off x="2173406" y="2031983"/>
              <a:ext cx="9453465" cy="58477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pl-PL" sz="3200" dirty="0">
                  <a:solidFill>
                    <a:srgbClr val="006400"/>
                  </a:solidFill>
                  <a:latin typeface="Mindset"/>
                </a:rPr>
                <a:t>W taki </a:t>
              </a:r>
              <a:r>
                <a:rPr lang="pl-PL" sz="3200" dirty="0" err="1">
                  <a:solidFill>
                    <a:srgbClr val="006400"/>
                  </a:solidFill>
                  <a:latin typeface="Mindset"/>
                </a:rPr>
                <a:t>spdddosób</a:t>
              </a:r>
              <a:r>
                <a:rPr lang="pl-PL" sz="3200" dirty="0">
                  <a:solidFill>
                    <a:srgbClr val="006400"/>
                  </a:solidFill>
                  <a:latin typeface="Mindset"/>
                </a:rPr>
                <a:t> można wypunktować informacje.</a:t>
              </a:r>
            </a:p>
          </p:txBody>
        </p: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9FDF19CF-F7A1-F689-A207-70180DD33779}"/>
                </a:ext>
              </a:extLst>
            </p:cNvPr>
            <p:cNvSpPr/>
            <p:nvPr/>
          </p:nvSpPr>
          <p:spPr>
            <a:xfrm>
              <a:off x="1850235" y="2210070"/>
              <a:ext cx="228600" cy="228600"/>
            </a:xfrm>
            <a:prstGeom prst="ellipse">
              <a:avLst/>
            </a:prstGeom>
            <a:solidFill>
              <a:srgbClr val="0091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11AE59C7-F367-39AD-02B7-C481105B4086}"/>
              </a:ext>
            </a:extLst>
          </p:cNvPr>
          <p:cNvGrpSpPr/>
          <p:nvPr/>
        </p:nvGrpSpPr>
        <p:grpSpPr>
          <a:xfrm>
            <a:off x="2086501" y="2556758"/>
            <a:ext cx="9776636" cy="584775"/>
            <a:chOff x="1850235" y="2031983"/>
            <a:chExt cx="9776636" cy="584775"/>
          </a:xfrm>
        </p:grpSpPr>
        <p:sp>
          <p:nvSpPr>
            <p:cNvPr id="16" name="TextBox 21">
              <a:extLst>
                <a:ext uri="{FF2B5EF4-FFF2-40B4-BE49-F238E27FC236}">
                  <a16:creationId xmlns:a16="http://schemas.microsoft.com/office/drawing/2014/main" id="{D6769473-EBB2-DD78-1863-42B68AF943C4}"/>
                </a:ext>
              </a:extLst>
            </p:cNvPr>
            <p:cNvSpPr txBox="1"/>
            <p:nvPr/>
          </p:nvSpPr>
          <p:spPr>
            <a:xfrm>
              <a:off x="2173406" y="2031983"/>
              <a:ext cx="94534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l-PL" sz="3200" dirty="0">
                  <a:solidFill>
                    <a:srgbClr val="006400"/>
                  </a:solidFill>
                  <a:latin typeface="Mindset" panose="02000503000000000000" pitchFamily="2" charset="-18"/>
                </a:rPr>
                <a:t>W taki sposób można wypunktować informacje.</a:t>
              </a:r>
            </a:p>
          </p:txBody>
        </p:sp>
        <p:sp>
          <p:nvSpPr>
            <p:cNvPr id="17" name="Owal 16">
              <a:extLst>
                <a:ext uri="{FF2B5EF4-FFF2-40B4-BE49-F238E27FC236}">
                  <a16:creationId xmlns:a16="http://schemas.microsoft.com/office/drawing/2014/main" id="{F353273C-00BC-0804-DEA5-722A5AD9F4AB}"/>
                </a:ext>
              </a:extLst>
            </p:cNvPr>
            <p:cNvSpPr/>
            <p:nvPr/>
          </p:nvSpPr>
          <p:spPr>
            <a:xfrm>
              <a:off x="1850235" y="2210070"/>
              <a:ext cx="228600" cy="228600"/>
            </a:xfrm>
            <a:prstGeom prst="ellipse">
              <a:avLst/>
            </a:prstGeom>
            <a:solidFill>
              <a:srgbClr val="0091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  <p:grpSp>
        <p:nvGrpSpPr>
          <p:cNvPr id="18" name="Grupa 17">
            <a:extLst>
              <a:ext uri="{FF2B5EF4-FFF2-40B4-BE49-F238E27FC236}">
                <a16:creationId xmlns:a16="http://schemas.microsoft.com/office/drawing/2014/main" id="{E24D1659-CD95-340C-223E-1140DB1F21EF}"/>
              </a:ext>
            </a:extLst>
          </p:cNvPr>
          <p:cNvGrpSpPr/>
          <p:nvPr/>
        </p:nvGrpSpPr>
        <p:grpSpPr>
          <a:xfrm>
            <a:off x="2086501" y="3429000"/>
            <a:ext cx="9776636" cy="584775"/>
            <a:chOff x="1850235" y="2031983"/>
            <a:chExt cx="9776636" cy="584775"/>
          </a:xfrm>
        </p:grpSpPr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94CB0C3C-233D-A3C9-BB00-AD02C5BDCE5F}"/>
                </a:ext>
              </a:extLst>
            </p:cNvPr>
            <p:cNvSpPr txBox="1"/>
            <p:nvPr/>
          </p:nvSpPr>
          <p:spPr>
            <a:xfrm>
              <a:off x="2173406" y="2031983"/>
              <a:ext cx="94534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l-PL" sz="3200" dirty="0">
                  <a:solidFill>
                    <a:srgbClr val="006400"/>
                  </a:solidFill>
                  <a:latin typeface="Mindset" panose="02000503000000000000" pitchFamily="2" charset="-18"/>
                </a:rPr>
                <a:t>W taki sposób można wypunktować informacje.</a:t>
              </a:r>
            </a:p>
          </p:txBody>
        </p:sp>
        <p:sp>
          <p:nvSpPr>
            <p:cNvPr id="20" name="Owal 19">
              <a:extLst>
                <a:ext uri="{FF2B5EF4-FFF2-40B4-BE49-F238E27FC236}">
                  <a16:creationId xmlns:a16="http://schemas.microsoft.com/office/drawing/2014/main" id="{45943F70-2BAF-A1C7-97FC-9BCB2D4D58A1}"/>
                </a:ext>
              </a:extLst>
            </p:cNvPr>
            <p:cNvSpPr/>
            <p:nvPr/>
          </p:nvSpPr>
          <p:spPr>
            <a:xfrm>
              <a:off x="1850235" y="2210070"/>
              <a:ext cx="228600" cy="228600"/>
            </a:xfrm>
            <a:prstGeom prst="ellipse">
              <a:avLst/>
            </a:prstGeom>
            <a:solidFill>
              <a:srgbClr val="0091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</p:grpSp>
    </p:spTree>
    <p:extLst>
      <p:ext uri="{BB962C8B-B14F-4D97-AF65-F5344CB8AC3E}">
        <p14:creationId xmlns:p14="http://schemas.microsoft.com/office/powerpoint/2010/main" val="137328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rostokąt 33">
            <a:extLst>
              <a:ext uri="{FF2B5EF4-FFF2-40B4-BE49-F238E27FC236}">
                <a16:creationId xmlns:a16="http://schemas.microsoft.com/office/drawing/2014/main" id="{186F4A65-4FDD-4DAF-B876-870F28771BBC}"/>
              </a:ext>
            </a:extLst>
          </p:cNvPr>
          <p:cNvSpPr/>
          <p:nvPr/>
        </p:nvSpPr>
        <p:spPr>
          <a:xfrm>
            <a:off x="2" y="0"/>
            <a:ext cx="1202634" cy="6858000"/>
          </a:xfrm>
          <a:prstGeom prst="rect">
            <a:avLst/>
          </a:prstGeom>
          <a:solidFill>
            <a:srgbClr val="0064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2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F554856-407F-B4A6-B131-2725B4D4F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90" y="395820"/>
            <a:ext cx="889045" cy="655671"/>
          </a:xfrm>
          <a:prstGeom prst="rect">
            <a:avLst/>
          </a:prstGeom>
        </p:spPr>
      </p:pic>
      <p:grpSp>
        <p:nvGrpSpPr>
          <p:cNvPr id="4" name="Grupa 3">
            <a:extLst>
              <a:ext uri="{FF2B5EF4-FFF2-40B4-BE49-F238E27FC236}">
                <a16:creationId xmlns:a16="http://schemas.microsoft.com/office/drawing/2014/main" id="{E9CB2241-03B1-AB3F-027F-18C4012F1F8B}"/>
              </a:ext>
            </a:extLst>
          </p:cNvPr>
          <p:cNvGrpSpPr/>
          <p:nvPr/>
        </p:nvGrpSpPr>
        <p:grpSpPr>
          <a:xfrm>
            <a:off x="1857901" y="221028"/>
            <a:ext cx="9776636" cy="939645"/>
            <a:chOff x="1857901" y="221028"/>
            <a:chExt cx="9776636" cy="939645"/>
          </a:xfrm>
        </p:grpSpPr>
        <p:pic>
          <p:nvPicPr>
            <p:cNvPr id="6" name="Obraz 11">
              <a:extLst>
                <a:ext uri="{FF2B5EF4-FFF2-40B4-BE49-F238E27FC236}">
                  <a16:creationId xmlns:a16="http://schemas.microsoft.com/office/drawing/2014/main" id="{CA74CC24-D70E-15F4-B7AE-7C67C5E28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901" y="221028"/>
              <a:ext cx="9776636" cy="939645"/>
            </a:xfrm>
            <a:prstGeom prst="rect">
              <a:avLst/>
            </a:prstGeom>
          </p:spPr>
        </p:pic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4D3990BA-45D4-6F4A-6A67-91C113805E26}"/>
                </a:ext>
              </a:extLst>
            </p:cNvPr>
            <p:cNvSpPr txBox="1"/>
            <p:nvPr/>
          </p:nvSpPr>
          <p:spPr>
            <a:xfrm>
              <a:off x="1857902" y="338934"/>
              <a:ext cx="977663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4400" dirty="0">
                  <a:solidFill>
                    <a:schemeClr val="bg1"/>
                  </a:solidFill>
                  <a:latin typeface="Mindset" panose="02000503000000000000" pitchFamily="2" charset="-18"/>
                </a:rPr>
                <a:t>TYTUŁ SLAJDU</a:t>
              </a:r>
            </a:p>
          </p:txBody>
        </p:sp>
      </p:grpSp>
      <p:grpSp>
        <p:nvGrpSpPr>
          <p:cNvPr id="2" name="Grupa 10">
            <a:extLst>
              <a:ext uri="{FF2B5EF4-FFF2-40B4-BE49-F238E27FC236}">
                <a16:creationId xmlns:a16="http://schemas.microsoft.com/office/drawing/2014/main" id="{F8021369-2227-9324-2887-F9B915F86884}"/>
              </a:ext>
            </a:extLst>
          </p:cNvPr>
          <p:cNvGrpSpPr/>
          <p:nvPr/>
        </p:nvGrpSpPr>
        <p:grpSpPr>
          <a:xfrm>
            <a:off x="2278117" y="1865898"/>
            <a:ext cx="5717619" cy="1426575"/>
            <a:chOff x="1863790" y="1127333"/>
            <a:chExt cx="5717619" cy="1426575"/>
          </a:xfrm>
        </p:grpSpPr>
        <p:grpSp>
          <p:nvGrpSpPr>
            <p:cNvPr id="3" name="Grupa 1">
              <a:extLst>
                <a:ext uri="{FF2B5EF4-FFF2-40B4-BE49-F238E27FC236}">
                  <a16:creationId xmlns:a16="http://schemas.microsoft.com/office/drawing/2014/main" id="{671013A8-875B-44CC-88DA-B6AF84086C86}"/>
                </a:ext>
              </a:extLst>
            </p:cNvPr>
            <p:cNvGrpSpPr/>
            <p:nvPr/>
          </p:nvGrpSpPr>
          <p:grpSpPr>
            <a:xfrm>
              <a:off x="2674046" y="1166689"/>
              <a:ext cx="4907363" cy="1387219"/>
              <a:chOff x="4951567" y="548474"/>
              <a:chExt cx="4907363" cy="1387219"/>
            </a:xfrm>
          </p:grpSpPr>
          <p:sp>
            <p:nvSpPr>
              <p:cNvPr id="64" name="TextBox 21">
                <a:extLst>
                  <a:ext uri="{FF2B5EF4-FFF2-40B4-BE49-F238E27FC236}">
                    <a16:creationId xmlns:a16="http://schemas.microsoft.com/office/drawing/2014/main" id="{1D7BFBCD-83C5-4AD8-ABE0-D6934264BA89}"/>
                  </a:ext>
                </a:extLst>
              </p:cNvPr>
              <p:cNvSpPr txBox="1"/>
              <p:nvPr/>
            </p:nvSpPr>
            <p:spPr>
              <a:xfrm>
                <a:off x="4951567" y="548474"/>
                <a:ext cx="4907363" cy="553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500"/>
                  </a:lnSpc>
                  <a:buClr>
                    <a:srgbClr val="00A800"/>
                  </a:buClr>
                  <a:buSzPct val="150000"/>
                </a:pPr>
                <a:r>
                  <a:rPr lang="pl-PL" sz="3600" dirty="0">
                    <a:solidFill>
                      <a:srgbClr val="006400"/>
                    </a:solidFill>
                    <a:latin typeface="Mindset" panose="02000503000000000000" pitchFamily="2" charset="-18"/>
                  </a:rPr>
                  <a:t>Ważne informacje</a:t>
                </a:r>
              </a:p>
            </p:txBody>
          </p:sp>
          <p:sp>
            <p:nvSpPr>
              <p:cNvPr id="13" name="TextBox 21">
                <a:extLst>
                  <a:ext uri="{FF2B5EF4-FFF2-40B4-BE49-F238E27FC236}">
                    <a16:creationId xmlns:a16="http://schemas.microsoft.com/office/drawing/2014/main" id="{083A8485-59C6-29A8-97E6-5969FA21553E}"/>
                  </a:ext>
                </a:extLst>
              </p:cNvPr>
              <p:cNvSpPr txBox="1"/>
              <p:nvPr/>
            </p:nvSpPr>
            <p:spPr>
              <a:xfrm>
                <a:off x="4951567" y="1384067"/>
                <a:ext cx="4907363" cy="551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500"/>
                  </a:lnSpc>
                  <a:buClr>
                    <a:srgbClr val="00A800"/>
                  </a:buClr>
                  <a:buSzPct val="150000"/>
                </a:pPr>
                <a:r>
                  <a:rPr lang="pl-PL" sz="3600" dirty="0">
                    <a:solidFill>
                      <a:srgbClr val="006400"/>
                    </a:solidFill>
                    <a:latin typeface="Mindset Slim" panose="02000503000000000000" pitchFamily="2" charset="-18"/>
                  </a:rPr>
                  <a:t>informacje</a:t>
                </a:r>
              </a:p>
            </p:txBody>
          </p:sp>
        </p:grpSp>
        <p:sp>
          <p:nvSpPr>
            <p:cNvPr id="5" name="Strzałka: w prawo 7">
              <a:extLst>
                <a:ext uri="{FF2B5EF4-FFF2-40B4-BE49-F238E27FC236}">
                  <a16:creationId xmlns:a16="http://schemas.microsoft.com/office/drawing/2014/main" id="{B8AAADF3-F676-E33C-0A71-9FE1279721AA}"/>
                </a:ext>
              </a:extLst>
            </p:cNvPr>
            <p:cNvSpPr/>
            <p:nvPr/>
          </p:nvSpPr>
          <p:spPr>
            <a:xfrm>
              <a:off x="1863790" y="1127333"/>
              <a:ext cx="770021" cy="505327"/>
            </a:xfrm>
            <a:prstGeom prst="rightArrow">
              <a:avLst/>
            </a:prstGeom>
            <a:solidFill>
              <a:srgbClr val="1195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3600"/>
            </a:p>
          </p:txBody>
        </p:sp>
        <p:sp>
          <p:nvSpPr>
            <p:cNvPr id="7" name="Strzałka: w prawo 11">
              <a:extLst>
                <a:ext uri="{FF2B5EF4-FFF2-40B4-BE49-F238E27FC236}">
                  <a16:creationId xmlns:a16="http://schemas.microsoft.com/office/drawing/2014/main" id="{44DAE72A-D0EB-E553-13B5-DB804A4D17EE}"/>
                </a:ext>
              </a:extLst>
            </p:cNvPr>
            <p:cNvSpPr/>
            <p:nvPr/>
          </p:nvSpPr>
          <p:spPr>
            <a:xfrm>
              <a:off x="1863790" y="1959492"/>
              <a:ext cx="770021" cy="505327"/>
            </a:xfrm>
            <a:prstGeom prst="rightArrow">
              <a:avLst/>
            </a:prstGeom>
            <a:solidFill>
              <a:srgbClr val="1195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3600"/>
            </a:p>
          </p:txBody>
        </p:sp>
      </p:grpSp>
    </p:spTree>
    <p:extLst>
      <p:ext uri="{BB962C8B-B14F-4D97-AF65-F5344CB8AC3E}">
        <p14:creationId xmlns:p14="http://schemas.microsoft.com/office/powerpoint/2010/main" val="189530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rostokąt 33">
            <a:extLst>
              <a:ext uri="{FF2B5EF4-FFF2-40B4-BE49-F238E27FC236}">
                <a16:creationId xmlns:a16="http://schemas.microsoft.com/office/drawing/2014/main" id="{186F4A65-4FDD-4DAF-B876-870F28771BBC}"/>
              </a:ext>
            </a:extLst>
          </p:cNvPr>
          <p:cNvSpPr/>
          <p:nvPr/>
        </p:nvSpPr>
        <p:spPr>
          <a:xfrm>
            <a:off x="2" y="0"/>
            <a:ext cx="1202634" cy="6858000"/>
          </a:xfrm>
          <a:prstGeom prst="rect">
            <a:avLst/>
          </a:prstGeom>
          <a:solidFill>
            <a:srgbClr val="0064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2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F554856-407F-B4A6-B131-2725B4D4F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90" y="395820"/>
            <a:ext cx="889045" cy="655671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0F3BD3DF-B93D-1565-AE3B-1851D419F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141" y="1852868"/>
            <a:ext cx="5858355" cy="1079393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9C20042-A58A-3DF9-3F75-5897CDEB1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141" y="4842630"/>
            <a:ext cx="2771161" cy="127289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C589C62C-3E87-F645-5253-EB2CEADBF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131335" y="4779618"/>
            <a:ext cx="2771160" cy="1423531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DA22FE76-9AF5-ED53-9670-C9A11EE97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8343" y="3315506"/>
            <a:ext cx="5894152" cy="1143878"/>
          </a:xfrm>
          <a:prstGeom prst="rect">
            <a:avLst/>
          </a:prstGeom>
        </p:spPr>
      </p:pic>
      <p:grpSp>
        <p:nvGrpSpPr>
          <p:cNvPr id="15" name="Grupa 14">
            <a:extLst>
              <a:ext uri="{FF2B5EF4-FFF2-40B4-BE49-F238E27FC236}">
                <a16:creationId xmlns:a16="http://schemas.microsoft.com/office/drawing/2014/main" id="{5DE1881D-772C-BE15-C657-2F83C48A7AEB}"/>
              </a:ext>
            </a:extLst>
          </p:cNvPr>
          <p:cNvGrpSpPr/>
          <p:nvPr/>
        </p:nvGrpSpPr>
        <p:grpSpPr>
          <a:xfrm>
            <a:off x="8339167" y="2061381"/>
            <a:ext cx="3206255" cy="3774394"/>
            <a:chOff x="8175977" y="2756849"/>
            <a:chExt cx="3206255" cy="3774394"/>
          </a:xfrm>
        </p:grpSpPr>
        <p:pic>
          <p:nvPicPr>
            <p:cNvPr id="16" name="Obraz 15">
              <a:extLst>
                <a:ext uri="{FF2B5EF4-FFF2-40B4-BE49-F238E27FC236}">
                  <a16:creationId xmlns:a16="http://schemas.microsoft.com/office/drawing/2014/main" id="{81D66B9D-4813-33F6-DE67-25C94C7E8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5977" y="2756849"/>
              <a:ext cx="3206255" cy="3774394"/>
            </a:xfrm>
            <a:prstGeom prst="rect">
              <a:avLst/>
            </a:prstGeom>
          </p:spPr>
        </p:pic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56ADC10B-4393-1E7D-863C-9DE7FB7D4C91}"/>
                </a:ext>
              </a:extLst>
            </p:cNvPr>
            <p:cNvSpPr txBox="1"/>
            <p:nvPr/>
          </p:nvSpPr>
          <p:spPr>
            <a:xfrm>
              <a:off x="8530129" y="2972292"/>
              <a:ext cx="2576475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dirty="0">
                  <a:solidFill>
                    <a:schemeClr val="bg1">
                      <a:lumMod val="95000"/>
                    </a:schemeClr>
                  </a:solidFill>
                  <a:latin typeface="Mindset Slim" panose="02000503000000000000" pitchFamily="50" charset="-18"/>
                </a:rPr>
                <a:t>Przykładowe, zdobne elementy Do użycia</a:t>
              </a:r>
            </a:p>
            <a:p>
              <a:pPr algn="ctr"/>
              <a:r>
                <a:rPr lang="pl-PL" sz="2400" dirty="0">
                  <a:solidFill>
                    <a:schemeClr val="bg1">
                      <a:lumMod val="95000"/>
                    </a:schemeClr>
                  </a:solidFill>
                  <a:latin typeface="Mindset Slim" panose="02000503000000000000" pitchFamily="50" charset="-18"/>
                </a:rPr>
                <a:t>w prezentacji.</a:t>
              </a:r>
            </a:p>
            <a:p>
              <a:pPr algn="ctr"/>
              <a:endParaRPr lang="pl-PL" sz="2400" dirty="0">
                <a:solidFill>
                  <a:schemeClr val="bg1">
                    <a:lumMod val="95000"/>
                  </a:schemeClr>
                </a:solidFill>
                <a:latin typeface="Mindset Slim" panose="02000503000000000000" pitchFamily="50" charset="-18"/>
              </a:endParaRPr>
            </a:p>
            <a:p>
              <a:pPr algn="ctr"/>
              <a:r>
                <a:rPr lang="pl-PL" sz="2400" dirty="0">
                  <a:solidFill>
                    <a:schemeClr val="bg1">
                      <a:lumMod val="95000"/>
                    </a:schemeClr>
                  </a:solidFill>
                  <a:latin typeface="Mindset" panose="02000503000000000000" pitchFamily="50" charset="-18"/>
                </a:rPr>
                <a:t>Należy ich używać Do wybicia najważniejszych informacji.</a:t>
              </a:r>
            </a:p>
          </p:txBody>
        </p:sp>
      </p:grpSp>
      <p:pic>
        <p:nvPicPr>
          <p:cNvPr id="4" name="Obraz 11">
            <a:extLst>
              <a:ext uri="{FF2B5EF4-FFF2-40B4-BE49-F238E27FC236}">
                <a16:creationId xmlns:a16="http://schemas.microsoft.com/office/drawing/2014/main" id="{7703B19C-F02A-2926-62F7-372D0057D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901" y="221028"/>
            <a:ext cx="9776636" cy="939645"/>
          </a:xfrm>
          <a:prstGeom prst="rect">
            <a:avLst/>
          </a:prstGeom>
        </p:spPr>
      </p:pic>
      <p:grpSp>
        <p:nvGrpSpPr>
          <p:cNvPr id="13" name="Grupa 12">
            <a:extLst>
              <a:ext uri="{FF2B5EF4-FFF2-40B4-BE49-F238E27FC236}">
                <a16:creationId xmlns:a16="http://schemas.microsoft.com/office/drawing/2014/main" id="{F4533F38-B3CD-3F87-BE8A-3101FF07B2F1}"/>
              </a:ext>
            </a:extLst>
          </p:cNvPr>
          <p:cNvGrpSpPr/>
          <p:nvPr/>
        </p:nvGrpSpPr>
        <p:grpSpPr>
          <a:xfrm>
            <a:off x="2321301" y="5168241"/>
            <a:ext cx="2351726" cy="707886"/>
            <a:chOff x="9282811" y="2908179"/>
            <a:chExt cx="2351726" cy="707886"/>
          </a:xfrm>
        </p:grpSpPr>
        <p:pic>
          <p:nvPicPr>
            <p:cNvPr id="20" name="Obraz 19">
              <a:extLst>
                <a:ext uri="{FF2B5EF4-FFF2-40B4-BE49-F238E27FC236}">
                  <a16:creationId xmlns:a16="http://schemas.microsoft.com/office/drawing/2014/main" id="{2EC14C3A-AEC1-3A00-197A-E08F9FB589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r="67657"/>
            <a:stretch/>
          </p:blipFill>
          <p:spPr>
            <a:xfrm>
              <a:off x="9282811" y="2948531"/>
              <a:ext cx="775589" cy="627182"/>
            </a:xfrm>
            <a:prstGeom prst="rect">
              <a:avLst/>
            </a:prstGeom>
          </p:spPr>
        </p:pic>
        <p:sp>
          <p:nvSpPr>
            <p:cNvPr id="11" name="pole tekstowe 10">
              <a:extLst>
                <a:ext uri="{FF2B5EF4-FFF2-40B4-BE49-F238E27FC236}">
                  <a16:creationId xmlns:a16="http://schemas.microsoft.com/office/drawing/2014/main" id="{1EFF40B5-2EBA-5E95-B08E-6F961CBDDE37}"/>
                </a:ext>
              </a:extLst>
            </p:cNvPr>
            <p:cNvSpPr txBox="1"/>
            <p:nvPr/>
          </p:nvSpPr>
          <p:spPr>
            <a:xfrm>
              <a:off x="10010453" y="2908179"/>
              <a:ext cx="162408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000" dirty="0">
                  <a:solidFill>
                    <a:schemeClr val="bg1">
                      <a:lumMod val="95000"/>
                    </a:schemeClr>
                  </a:solidFill>
                  <a:latin typeface="Mindset" panose="02000503000000000000" pitchFamily="2" charset="-18"/>
                </a:rPr>
                <a:t>Polska firma</a:t>
              </a:r>
            </a:p>
            <a:p>
              <a:r>
                <a:rPr lang="pl-PL" sz="2000" dirty="0">
                  <a:solidFill>
                    <a:schemeClr val="bg1">
                      <a:lumMod val="95000"/>
                    </a:schemeClr>
                  </a:solidFill>
                  <a:latin typeface="Mindset" panose="02000503000000000000" pitchFamily="2" charset="-18"/>
                </a:rPr>
                <a:t>rodzinna</a:t>
              </a:r>
            </a:p>
          </p:txBody>
        </p:sp>
      </p:grpSp>
      <p:sp>
        <p:nvSpPr>
          <p:cNvPr id="5" name="pole tekstowe 8">
            <a:extLst>
              <a:ext uri="{FF2B5EF4-FFF2-40B4-BE49-F238E27FC236}">
                <a16:creationId xmlns:a16="http://schemas.microsoft.com/office/drawing/2014/main" id="{723FEBAC-FB95-1F73-2540-95C5F01FDADD}"/>
              </a:ext>
            </a:extLst>
          </p:cNvPr>
          <p:cNvSpPr txBox="1"/>
          <p:nvPr/>
        </p:nvSpPr>
        <p:spPr>
          <a:xfrm>
            <a:off x="1857902" y="338934"/>
            <a:ext cx="9776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400" dirty="0">
                <a:solidFill>
                  <a:schemeClr val="bg1"/>
                </a:solidFill>
                <a:latin typeface="Mindset" panose="02000503000000000000" pitchFamily="2" charset="-18"/>
              </a:rPr>
              <a:t>TYTUŁ SLAJDU</a:t>
            </a:r>
          </a:p>
        </p:txBody>
      </p:sp>
    </p:spTree>
    <p:extLst>
      <p:ext uri="{BB962C8B-B14F-4D97-AF65-F5344CB8AC3E}">
        <p14:creationId xmlns:p14="http://schemas.microsoft.com/office/powerpoint/2010/main" val="175069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145F0FAF-D72A-28F4-B795-A27F94735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640" y="1687738"/>
            <a:ext cx="3944719" cy="2909232"/>
          </a:xfrm>
          <a:prstGeom prst="rect">
            <a:avLst/>
          </a:prstGeom>
        </p:spPr>
      </p:pic>
      <p:sp>
        <p:nvSpPr>
          <p:cNvPr id="3" name="pole tekstowe 1">
            <a:extLst>
              <a:ext uri="{FF2B5EF4-FFF2-40B4-BE49-F238E27FC236}">
                <a16:creationId xmlns:a16="http://schemas.microsoft.com/office/drawing/2014/main" id="{B8C63ABD-DDE5-547C-33D8-B7B1321595D0}"/>
              </a:ext>
            </a:extLst>
          </p:cNvPr>
          <p:cNvSpPr txBox="1"/>
          <p:nvPr/>
        </p:nvSpPr>
        <p:spPr>
          <a:xfrm>
            <a:off x="0" y="474634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ndset Slim" panose="02000503000000000000" pitchFamily="2" charset="-18"/>
              </a:rPr>
              <a:t>#</a:t>
            </a:r>
            <a:r>
              <a:rPr kumimoji="0" lang="pl-PL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ndset" panose="02000503000000000000" pitchFamily="2" charset="-18"/>
                <a:ea typeface="+mn-ea"/>
                <a:cs typeface="+mn-cs"/>
              </a:rPr>
              <a:t>zawszedobra</a:t>
            </a:r>
          </a:p>
        </p:txBody>
      </p:sp>
    </p:spTree>
    <p:extLst>
      <p:ext uri="{BB962C8B-B14F-4D97-AF65-F5344CB8AC3E}">
        <p14:creationId xmlns:p14="http://schemas.microsoft.com/office/powerpoint/2010/main" val="120556318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6867396-5431-4086-94b1-a83fd19b5488" xsi:nil="true"/>
    <lcf76f155ced4ddcb4097134ff3c332f xmlns="94b33eb7-cd84-442f-b122-2f648911b0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F761B32350A64EBEC78F2CCFC18C5D" ma:contentTypeVersion="13" ma:contentTypeDescription="Utwórz nowy dokument." ma:contentTypeScope="" ma:versionID="608b8f8d4f5073d701748d7a6747c81d">
  <xsd:schema xmlns:xsd="http://www.w3.org/2001/XMLSchema" xmlns:xs="http://www.w3.org/2001/XMLSchema" xmlns:p="http://schemas.microsoft.com/office/2006/metadata/properties" xmlns:ns2="d6867396-5431-4086-94b1-a83fd19b5488" xmlns:ns3="94b33eb7-cd84-442f-b122-2f648911b0a7" targetNamespace="http://schemas.microsoft.com/office/2006/metadata/properties" ma:root="true" ma:fieldsID="050a7089316fcb85d8f2259e6aaea14d" ns2:_="" ns3:_="">
    <xsd:import namespace="d6867396-5431-4086-94b1-a83fd19b5488"/>
    <xsd:import namespace="94b33eb7-cd84-442f-b122-2f648911b0a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867396-5431-4086-94b1-a83fd19b548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cf7dbd2-b589-4601-b95c-d39c999dd6a3}" ma:internalName="TaxCatchAll" ma:showField="CatchAllData" ma:web="d6867396-5431-4086-94b1-a83fd19b54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33eb7-cd84-442f-b122-2f648911b0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Tagi obrazów" ma:readOnly="false" ma:fieldId="{5cf76f15-5ced-4ddc-b409-7134ff3c332f}" ma:taxonomyMulti="true" ma:sspId="2fd26a8e-1c70-4d17-9cd2-54b27e6576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FB45FE-990D-41E1-A6D4-781B0EEB19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36A581-BEFF-4B9F-99CC-87FDFAC9D739}">
  <ds:schemaRefs>
    <ds:schemaRef ds:uri="http://schemas.microsoft.com/office/2006/metadata/properties"/>
    <ds:schemaRef ds:uri="http://schemas.microsoft.com/office/infopath/2007/PartnerControls"/>
    <ds:schemaRef ds:uri="9d6cbd33-be71-4b15-99ec-0752042eaaae"/>
    <ds:schemaRef ds:uri="d6867396-5431-4086-94b1-a83fd19b5488"/>
    <ds:schemaRef ds:uri="94b33eb7-cd84-442f-b122-2f648911b0a7"/>
  </ds:schemaRefs>
</ds:datastoreItem>
</file>

<file path=customXml/itemProps3.xml><?xml version="1.0" encoding="utf-8"?>
<ds:datastoreItem xmlns:ds="http://schemas.openxmlformats.org/officeDocument/2006/customXml" ds:itemID="{C9F51E23-2C4C-49DC-9EA1-2872BBF7C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867396-5431-4086-94b1-a83fd19b5488"/>
    <ds:schemaRef ds:uri="94b33eb7-cd84-442f-b122-2f648911b0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20502</TotalTime>
  <Words>56</Words>
  <Application>Microsoft Office PowerPoint</Application>
  <PresentationFormat>Panoramiczny</PresentationFormat>
  <Paragraphs>19</Paragraphs>
  <Slides>5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1" baseType="lpstr">
      <vt:lpstr>Mindset</vt:lpstr>
      <vt:lpstr>Calibri</vt:lpstr>
      <vt:lpstr>Arial</vt:lpstr>
      <vt:lpstr>Calibri Light</vt:lpstr>
      <vt:lpstr>Mindset Slim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601579800</dc:creator>
  <cp:lastModifiedBy>Kinga Urbańska</cp:lastModifiedBy>
  <cp:revision>215</cp:revision>
  <dcterms:created xsi:type="dcterms:W3CDTF">2019-03-12T13:50:45Z</dcterms:created>
  <dcterms:modified xsi:type="dcterms:W3CDTF">2026-08-10T08:22:05Z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0x01010029F761B32350A64EBEC78F2CCFC18C5D</vt:lpwstr>
  </property>
</Properties>
</file>