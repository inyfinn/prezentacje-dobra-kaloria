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0"/>
  </p:notesMasterIdLst>
  <p:sldIdLst>
    <p:sldId id="297" r:id="rId19"/>
    <p:sldId id="298" r:id="rId20"/>
    <p:sldId id="299" r:id="rId21"/>
    <p:sldId id="300" r:id="rId22"/>
    <p:sldId id="301" r:id="rId23"/>
    <p:sldId id="302" r:id="rId24"/>
    <p:sldId id="303" r:id="rId25"/>
  </p:sldIdLst>
  <p:sldSz cx="12192000" cy="6858000"/>
  <p:notesSz cx="6858000" cy="9144000"/>
  <p:embeddedFontLst>
    <p:embeddedFont>
      <p:font typeface="Mindset" panose="02000503000000000000" pitchFamily="50" charset="-18"/>
      <p:regular r:id="rId11"/>
    </p:embeddedFont>
    <p:embeddedFont>
      <p:font typeface="Mindset Slim" panose="02000503000000000000" pitchFamily="50" charset="-18"/>
      <p:regular r:id="rId12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00"/>
    <a:srgbClr val="084C1D"/>
    <a:srgbClr val="109439"/>
    <a:srgbClr val="005900"/>
    <a:srgbClr val="15C54B"/>
    <a:srgbClr val="0C722C"/>
    <a:srgbClr val="0B6527"/>
    <a:srgbClr val="17CF50"/>
    <a:srgbClr val="0E782F"/>
    <a:srgbClr val="DDC7AC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E0E5E7-940F-669D-B075-16C696C01920}" v="8" dt="2024-08-19T06:30:06.7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siatk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034" autoAdjust="0"/>
  </p:normalViewPr>
  <p:slideViewPr>
    <p:cSldViewPr snapToGrid="0" snapToObjects="1">
      <p:cViewPr varScale="1">
        <p:scale>
          <a:sx n="66" d="100"/>
          <a:sy n="66" d="100"/>
        </p:scale>
        <p:origin x="40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fia Pęczkowska" userId="S::zofia.peczkowska@kubara.net::5f1ad3d1-b666-4d7a-8780-8a91f97105a7" providerId="AD" clId="Web-{63E0E5E7-940F-669D-B075-16C696C01920}"/>
    <pc:docChg chg="modSld">
      <pc:chgData name="Zofia Pęczkowska" userId="S::zofia.peczkowska@kubara.net::5f1ad3d1-b666-4d7a-8780-8a91f97105a7" providerId="AD" clId="Web-{63E0E5E7-940F-669D-B075-16C696C01920}" dt="2024-08-19T06:30:06.752" v="3" actId="20577"/>
      <pc:docMkLst>
        <pc:docMk/>
      </pc:docMkLst>
      <pc:sldChg chg="modSp">
        <pc:chgData name="Zofia Pęczkowska" userId="S::zofia.peczkowska@kubara.net::5f1ad3d1-b666-4d7a-8780-8a91f97105a7" providerId="AD" clId="Web-{63E0E5E7-940F-669D-B075-16C696C01920}" dt="2024-08-19T06:30:06.752" v="3" actId="20577"/>
        <pc:sldMkLst>
          <pc:docMk/>
          <pc:sldMk cId="1373285483" sldId="294"/>
        </pc:sldMkLst>
        <pc:spChg chg="mod">
          <ac:chgData name="Zofia Pęczkowska" userId="S::zofia.peczkowska@kubara.net::5f1ad3d1-b666-4d7a-8780-8a91f97105a7" providerId="AD" clId="Web-{63E0E5E7-940F-669D-B075-16C696C01920}" dt="2024-08-19T06:30:06.752" v="3" actId="20577"/>
          <ac:spMkLst>
            <pc:docMk/>
            <pc:sldMk cId="1373285483" sldId="294"/>
            <ac:spMk id="11" creationId="{63E33206-185F-B9AF-3C8A-9B3976D9B386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48031-D91F-405C-98BF-B6896DD6FD5A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FF193-BD7D-4658-B8C7-D067F9A48DD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05682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OKŁADKA: nowość z produktem (paczka na granicy zieleni). Podmień nazwę, claim, smaki i packshot (prawy klik &gt; Zmień obraz); na dole dopisz, kto, dla kogo i kiedy. JAK KORZYSTAĆ Z SZABLONU: skopiuj slajd (Ctrl+C, Ctrl+V w panelu slajdów) i podmień teksty w [nawiasach kwadratowych] - zaznacz je razem z nawiasami i wpisz swoje. Zdjęcia: prawy klik &gt; Zmień obraz. Kolory i czcionki bierze motyw (Projektowanie &gt; Warianty), nie zmieniaj ich ręcznie. Tytuł ma mówić wniosek, nie temat. Więcej układów (agenda, wykresy, tabele, film, galerie)? Poproś AI albo użyj programu „Stwórz prezentację”.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PUNKTY: 3-6 haseł z krótkim rozwinięciem. Zalety, warunki, ustalenia.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TEKST I ZDJĘCIE: opis i punkty po lewej, zdjęcie po prawej. Zdjęcie: prawy klik &gt; Zmień obraz.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PRODUKT I ZALETY: packshot i 4 claimy z ikonami. Claimy tylko z karty wprowadzenia.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TRZY LICZBY I WNIOSEK: 2-4 fakty (liczba, hasło, dopisek) i wniosek w zielonym pasie. Źródło w stopce.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PORÓWNANIE: dziś kontra nasza propozycja. Prawa kolumna jest wyróżniona.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ZAKOŃCZENIE: podziękowanie i dane do kontaktu albo następny krok. Dopisz je w nawiasach.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0FF5DE4-334F-104E-8748-D8808A090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1E5CAFF-2E0A-C846-8224-042C7BDCD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6C83C6D-E05E-2B44-B94F-C52AF398C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6F8BB67-9AD4-0E46-9C12-8B7397FD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101461B-2B64-814F-9896-D805EC50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078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8DEA18-2296-C249-8013-0D5450FB4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56F0467-CCF4-1143-B465-785D66BF5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168C02F-6AF6-C249-8636-0C0A2C70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172FADE-1F3B-B642-BDA0-AC9E28AA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3AEA7E4-71D5-FB49-8E38-E0F88BAD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91468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3D3DBE-649E-5345-80E4-84E25688B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891EC82-2D6D-E54A-8337-42EC0D0BF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97CE667-4275-0547-8711-E21E09D25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1AA827D-4BD1-4749-B65A-BC134A8B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C54238D-3DEB-F84F-83CF-B3735894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93913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916C13-C482-824D-ABE7-4A127533A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1A57628-28A5-8A4A-9F5E-7DAAC04125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561B881-917D-554F-8E61-6C7EAD4D3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AA003C7-854B-2D40-8355-D3E47000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FDD7DA7-339A-E74D-871F-C8986DFB2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82A2852-C75B-F740-A905-AE691D0E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57365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A25790-BEA7-534C-9F11-28E13E98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FAC673F-FBB7-CC40-BAAE-52CF62ECF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14F7F8A-958C-F945-8BB3-D66AE11C1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8B8B698-9334-0F40-B843-5D4120F54F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6DEED91-A0FB-5B44-8011-6725E912E3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36B2015-4A90-A44B-8239-988DFAFA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1F2DF1C8-EC8A-CA46-B6C6-1857BB8C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81C97D6-DD50-3C46-8BD8-ED205256D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7183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AC9462-CA52-A147-9D8E-A134C705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788C4FF-4EE6-924D-90A2-A62164E35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212624C0-E2A3-E649-8B66-AD7A5BCA3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3A4366D-4F0B-D840-997E-7F3ABAD5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498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D5BC7D6-E51C-1845-96CE-4245604DD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21F236E2-9FA9-A54D-8C27-C938B8A2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2837DF6-F366-8A4E-B88A-5B6F6C545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71543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65B18F-C37F-8A46-9F9F-70932CE1B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12762BC-FD45-864C-94AE-7B7292F06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9DE795B-346A-3B4A-A47C-805740D00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DAEE128-E0AB-8C42-B6C7-99199550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C7C72C6-B265-FE49-87AB-637EA5547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4E58606-F3A0-D04E-AD06-B47003B9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6399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7F29E7-51EC-7C41-948C-94F0E389C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86EB119-017E-8844-9B3D-655676FB2E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6A955C6-8BDC-154C-B01D-9DDF0DBE9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D029FFF-44BF-8B48-87EB-E27D5F9CA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1F8ECFC-50E4-514C-97A0-A5DF4F584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14D2A04-F9F0-494E-AB99-679881FF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108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ADC12C-F1DF-3C44-88C1-B3647BF5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5C5E7B6-277E-BF42-A345-BD5743047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4BB8F5A-CC41-9C4D-8325-92E4C0B97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6EC3F84-5D4A-C14C-933B-3A0B97195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6E7ADD1-94FF-1D46-866F-9FF7286A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123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B0CCA20E-1BD2-2647-8EE0-C0BA2AF642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AFFD6B8-C2B2-4949-80ED-39EB21B74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849772-1BBA-DD41-8899-C43A89EB9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CD7936-25F9-6649-90BD-F39B500F8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E660F08-9E17-2D4A-B7F7-1C5ABF4A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65838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266F0450-1CC2-5E49-872E-2C6C99E48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39560FD-C154-7A4B-A069-F4FE9EA54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79F65ED-5814-5E4E-A7F8-552BCE9A5B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02C7400-6542-DD41-96A0-8689034A3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96455DE-5EC8-DB48-BA61-4F2D0CC956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569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ło - zieleń marki (kolor: Projektowanie &gt; Warianty &gt; Kolory)"/>
          <p:cNvSpPr/>
          <p:nvPr/>
        </p:nvSpPr>
        <p:spPr>
          <a:xfrm>
            <a:off x="0" y="0"/>
            <a:ext cx="511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Logo marki" descr="logo_white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684000"/>
            <a:ext cx="2232000" cy="1646100"/>
          </a:xfrm>
          <a:prstGeom prst="rect">
            <a:avLst/>
          </a:prstGeom>
        </p:spPr>
      </p:pic>
      <p:grpSp>
        <p:nvGrpSpPr>
          <p:cNvPr id="26" name="Produkt z owocami (grupa) - przesuwaj całość; kliknij 2x, by zmienić obraz"/>
          <p:cNvGrpSpPr/>
          <p:nvPr/>
        </p:nvGrpSpPr>
        <p:grpSpPr>
          <a:xfrm>
            <a:off x="2602402" y="1692000"/>
            <a:ext cx="4962006" cy="5021871"/>
            <a:chOff x="2602402" y="1692000"/>
            <a:chExt cx="4962006" cy="5021871"/>
          </a:xfrm>
        </p:grpSpPr>
        <p:pic>
          <p:nvPicPr>
            <p:cNvPr id="4" name="Owoc / element smaku - prawy klik: Zmień obraz albo Delete" descr="p_arbuz_klin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440000">
              <a:off x="6698878" y="2049120"/>
              <a:ext cx="618092" cy="714240"/>
            </a:xfrm>
            <a:prstGeom prst="rect">
              <a:avLst/>
            </a:prstGeom>
          </p:spPr>
        </p:pic>
        <p:sp>
          <p:nvSpPr>
            <p:cNvPr id="5" name="Cień pod paczką"/>
            <p:cNvSpPr/>
            <p:nvPr/>
          </p:nvSpPr>
          <p:spPr>
            <a:xfrm rot="21240000">
              <a:off x="3611059" y="5846332"/>
              <a:ext cx="3001880" cy="442382"/>
            </a:xfrm>
            <a:prstGeom prst="ellipse">
              <a:avLst/>
            </a:prstGeom>
            <a:solidFill>
              <a:srgbClr val="3B2A20"/>
            </a:solidFill>
            <a:ln>
              <a:noFill/>
            </a:ln>
            <a:effectLst>
              <a:softEdge rad="1270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" name="Packshot - prawy klik: Zmień obraz (PNG bez tła)" descr="pack_cola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240000">
              <a:off x="3532062" y="1692000"/>
              <a:ext cx="3159874" cy="4464000"/>
            </a:xfrm>
            <a:prstGeom prst="rect">
              <a:avLst/>
            </a:prstGeom>
          </p:spPr>
        </p:pic>
        <p:pic>
          <p:nvPicPr>
            <p:cNvPr id="7" name="Owoc / element smaku - prawy klik: Zmień obraz albo Delete" descr="p_kulka_ugryz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640000">
              <a:off x="2602402" y="2624689"/>
              <a:ext cx="848160" cy="813021"/>
            </a:xfrm>
            <a:prstGeom prst="rect">
              <a:avLst/>
            </a:prstGeom>
          </p:spPr>
        </p:pic>
        <p:pic>
          <p:nvPicPr>
            <p:cNvPr id="8" name="Owoc / element smaku - prawy klik: Zmień obraz albo Delete" descr="p_mango_kostka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600000">
              <a:off x="2747355" y="5124515"/>
              <a:ext cx="937440" cy="813048"/>
            </a:xfrm>
            <a:prstGeom prst="rect">
              <a:avLst/>
            </a:prstGeom>
          </p:spPr>
        </p:pic>
        <p:pic>
          <p:nvPicPr>
            <p:cNvPr id="9" name="Owoc / element smaku - prawy klik: Zmień obraz albo Delete" descr="p_marakuja_pol1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0880000">
              <a:off x="6704230" y="4370400"/>
              <a:ext cx="860178" cy="892800"/>
            </a:xfrm>
            <a:prstGeom prst="rect">
              <a:avLst/>
            </a:prstGeom>
          </p:spPr>
        </p:pic>
        <p:pic>
          <p:nvPicPr>
            <p:cNvPr id="10" name="Owoc / element smaku - prawy klik: Zmień obraz albo Delete" descr="p_cola_cytryna_plaster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040000">
              <a:off x="4041150" y="6062771"/>
              <a:ext cx="624960" cy="454297"/>
            </a:xfrm>
            <a:prstGeom prst="rect">
              <a:avLst/>
            </a:prstGeom>
          </p:spPr>
        </p:pic>
        <p:pic>
          <p:nvPicPr>
            <p:cNvPr id="11" name="Owoc / element smaku - prawy klik: Zmień obraz albo Delete" descr="p_kulka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9920000">
              <a:off x="5702842" y="6044527"/>
              <a:ext cx="714240" cy="669344"/>
            </a:xfrm>
            <a:prstGeom prst="rect">
              <a:avLst/>
            </a:prstGeom>
          </p:spPr>
        </p:pic>
      </p:grpSp>
      <p:sp>
        <p:nvSpPr>
          <p:cNvPr id="12" name="Etykieta nad tytułem (można usunąć)"/>
          <p:cNvSpPr txBox="1"/>
          <p:nvPr/>
        </p:nvSpPr>
        <p:spPr>
          <a:xfrm>
            <a:off x="7848000" y="1656000"/>
            <a:ext cx="3480000" cy="609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4000" b="0" i="0">
                <a:solidFill>
                  <a:schemeClr val="accent1"/>
                </a:solidFill>
                <a:latin typeface="+mj-lt"/>
              </a:rPr>
              <a:t>[Nowość]</a:t>
            </a:r>
          </a:p>
        </p:txBody>
      </p:sp>
      <p:sp>
        <p:nvSpPr>
          <p:cNvPr id="13" name="Tytuł slajdu"/>
          <p:cNvSpPr txBox="1"/>
          <p:nvPr/>
        </p:nvSpPr>
        <p:spPr>
          <a:xfrm>
            <a:off x="7848000" y="2301600"/>
            <a:ext cx="3480000" cy="1473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5684"/>
              </a:lnSpc>
            </a:pPr>
            <a:r>
              <a:rPr sz="5800" b="0" i="0">
                <a:solidFill>
                  <a:schemeClr val="tx1"/>
                </a:solidFill>
                <a:latin typeface="+mj-lt"/>
              </a:rPr>
              <a:t>[Nazwa</a:t>
            </a:r>
          </a:p>
          <a:p>
            <a:pPr algn="l">
              <a:lnSpc>
                <a:spcPts val="5684"/>
              </a:lnSpc>
            </a:pPr>
            <a:r>
              <a:rPr sz="5800" b="0" i="0">
                <a:solidFill>
                  <a:schemeClr val="tx1"/>
                </a:solidFill>
                <a:latin typeface="+mj-lt"/>
              </a:rPr>
              <a:t>produktu]</a:t>
            </a:r>
          </a:p>
        </p:txBody>
      </p:sp>
      <p:sp>
        <p:nvSpPr>
          <p:cNvPr id="14" name="Tekst: [Jedno zdanie: główny claim z karty wpro"/>
          <p:cNvSpPr txBox="1"/>
          <p:nvPr/>
        </p:nvSpPr>
        <p:spPr>
          <a:xfrm>
            <a:off x="7848000" y="3907336"/>
            <a:ext cx="3480000" cy="685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697"/>
              </a:lnSpc>
            </a:pPr>
            <a:r>
              <a:rPr sz="1900" b="0" i="0">
                <a:solidFill>
                  <a:schemeClr val="accent5">
                    <a:lumMod val="70000"/>
                  </a:schemeClr>
                </a:solidFill>
                <a:latin typeface="+mn-lt"/>
              </a:rPr>
              <a:t>[Jedno zdanie: główny claim z karty wprowadzenia]</a:t>
            </a:r>
          </a:p>
        </p:txBody>
      </p:sp>
      <p:sp>
        <p:nvSpPr>
          <p:cNvPr id="15" name="Karta / tło (kolor z motywu)"/>
          <p:cNvSpPr/>
          <p:nvPr/>
        </p:nvSpPr>
        <p:spPr>
          <a:xfrm>
            <a:off x="7848000" y="4790628"/>
            <a:ext cx="1022940" cy="32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>
                <a:lumMod val="9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kst: [SMAK 1]"/>
          <p:cNvSpPr txBox="1"/>
          <p:nvPr/>
        </p:nvSpPr>
        <p:spPr>
          <a:xfrm>
            <a:off x="7848000" y="4790628"/>
            <a:ext cx="1022940" cy="3240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00" b="1" i="0" spc="60">
                <a:solidFill>
                  <a:schemeClr val="tx1"/>
                </a:solidFill>
                <a:latin typeface="+mn-lt"/>
              </a:rPr>
              <a:t>[SMAK 1]</a:t>
            </a:r>
          </a:p>
        </p:txBody>
      </p:sp>
      <p:sp>
        <p:nvSpPr>
          <p:cNvPr id="17" name="Karta / tło (kolor z motywu)"/>
          <p:cNvSpPr/>
          <p:nvPr/>
        </p:nvSpPr>
        <p:spPr>
          <a:xfrm>
            <a:off x="8978940" y="4790628"/>
            <a:ext cx="1022940" cy="32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>
                <a:lumMod val="9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kst: [SMAK 2]"/>
          <p:cNvSpPr txBox="1"/>
          <p:nvPr/>
        </p:nvSpPr>
        <p:spPr>
          <a:xfrm>
            <a:off x="8978940" y="4790628"/>
            <a:ext cx="1022940" cy="3240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00" b="1" i="0" spc="60">
                <a:solidFill>
                  <a:schemeClr val="tx1"/>
                </a:solidFill>
                <a:latin typeface="+mn-lt"/>
              </a:rPr>
              <a:t>[SMAK 2]</a:t>
            </a:r>
          </a:p>
        </p:txBody>
      </p:sp>
      <p:sp>
        <p:nvSpPr>
          <p:cNvPr id="19" name="Karta / tło (kolor z motywu)"/>
          <p:cNvSpPr/>
          <p:nvPr/>
        </p:nvSpPr>
        <p:spPr>
          <a:xfrm>
            <a:off x="10109880" y="4790628"/>
            <a:ext cx="1022940" cy="32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>
                <a:lumMod val="9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kst: [SMAK 3]"/>
          <p:cNvSpPr txBox="1"/>
          <p:nvPr/>
        </p:nvSpPr>
        <p:spPr>
          <a:xfrm>
            <a:off x="10109880" y="4790628"/>
            <a:ext cx="1022940" cy="3240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00" b="1" i="0" spc="60">
                <a:solidFill>
                  <a:schemeClr val="tx1"/>
                </a:solidFill>
                <a:latin typeface="+mn-lt"/>
              </a:rPr>
              <a:t>[SMAK 3]</a:t>
            </a:r>
          </a:p>
        </p:txBody>
      </p:sp>
      <p:sp>
        <p:nvSpPr>
          <p:cNvPr id="21" name="OPIS - poza slajdem (niewidoczny w pokazie)"/>
          <p:cNvSpPr/>
          <p:nvPr/>
        </p:nvSpPr>
        <p:spPr>
          <a:xfrm>
            <a:off x="12408000" y="144000"/>
            <a:ext cx="3060000" cy="324000"/>
          </a:xfrm>
          <a:prstGeom prst="roundRect">
            <a:avLst>
              <a:gd name="adj" fmla="val 30000"/>
            </a:avLst>
          </a:prstGeom>
          <a:solidFill>
            <a:srgbClr val="FFD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kst: SLAJD 01 - do czego służy"/>
          <p:cNvSpPr txBox="1"/>
          <p:nvPr/>
        </p:nvSpPr>
        <p:spPr>
          <a:xfrm>
            <a:off x="12552000" y="144000"/>
            <a:ext cx="288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+mn-lt"/>
              </a:rPr>
              <a:t>SLAJD 01 - do czego służy</a:t>
            </a:r>
          </a:p>
        </p:txBody>
      </p:sp>
      <p:sp>
        <p:nvSpPr>
          <p:cNvPr id="23" name="OPIS - tresc"/>
          <p:cNvSpPr/>
          <p:nvPr/>
        </p:nvSpPr>
        <p:spPr>
          <a:xfrm>
            <a:off x="12408000" y="522000"/>
            <a:ext cx="3060000" cy="4390100"/>
          </a:xfrm>
          <a:prstGeom prst="roundRect">
            <a:avLst>
              <a:gd name="adj" fmla="val 6000"/>
            </a:avLst>
          </a:prstGeom>
          <a:solidFill>
            <a:srgbClr val="FFF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kst: OKŁADKA: nowość z produktem (paczka na g"/>
          <p:cNvSpPr txBox="1"/>
          <p:nvPr/>
        </p:nvSpPr>
        <p:spPr>
          <a:xfrm>
            <a:off x="12552000" y="666000"/>
            <a:ext cx="2772000" cy="4390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1F1F1F"/>
                </a:solidFill>
                <a:latin typeface="+mn-lt"/>
              </a:rPr>
              <a:t>OKŁADKA: nowość z produktem (paczka na granicy zieleni). Podmień nazwę, claim, smaki i packshot (prawy klik &gt; Zmień obraz); na dole dopisz, kto, dla kogo i kiedy. JAK KORZYSTAĆ Z SZABLONU: skopiuj slajd (Ctrl+C, Ctrl+V w panelu slajdów) i podmień teksty w [nawiasach kwadratowych] - zaznacz je razem z nawiasami i wpisz swoje. Zdjęcia: prawy klik &gt; Zmień obraz. Kolory i czcionki bierze motyw (Projektowanie &gt; Warianty), nie zmieniaj ich ręcznie. Tytuł ma mówić wniosek, nie temat. Więcej układów (agenda, wykresy, tabele, film, galerie)? Poproś AI albo użyj programu „Stwórz prezentację”.</a:t>
            </a:r>
          </a:p>
        </p:txBody>
      </p:sp>
      <p:sp>
        <p:nvSpPr>
          <p:cNvPr id="25" name="Tekst: [Dopisz: imię i nazwisko · dla kogo · da"/>
          <p:cNvSpPr txBox="1"/>
          <p:nvPr/>
        </p:nvSpPr>
        <p:spPr>
          <a:xfrm>
            <a:off x="7848000" y="5814000"/>
            <a:ext cx="3480000" cy="54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/>
            <a:r>
              <a:rPr sz="1300" b="1" i="0">
                <a:solidFill>
                  <a:schemeClr val="accent5">
                    <a:lumMod val="70000"/>
                  </a:schemeClr>
                </a:solidFill>
                <a:latin typeface="+mn-lt"/>
              </a:rPr>
              <a:t>[Dopisz: imię i nazwisko · dla kogo · data]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ytuł slajdu"/>
          <p:cNvSpPr txBox="1"/>
          <p:nvPr/>
        </p:nvSpPr>
        <p:spPr>
          <a:xfrm>
            <a:off x="864000" y="828000"/>
            <a:ext cx="9360000" cy="508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4000"/>
              </a:lnSpc>
            </a:pPr>
            <a:r>
              <a:rPr sz="4000" b="0" i="0">
                <a:solidFill>
                  <a:schemeClr val="tx1"/>
                </a:solidFill>
                <a:latin typeface="+mj-lt"/>
              </a:rPr>
              <a:t>[Tytuł listy]</a:t>
            </a:r>
          </a:p>
        </p:txBody>
      </p:sp>
      <p:pic>
        <p:nvPicPr>
          <p:cNvPr id="3" name="Logo marki" descr="logo_green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000" y="540000"/>
            <a:ext cx="684000" cy="504450"/>
          </a:xfrm>
          <a:prstGeom prst="rect">
            <a:avLst/>
          </a:prstGeom>
        </p:spPr>
      </p:pic>
      <p:sp>
        <p:nvSpPr>
          <p:cNvPr id="4" name="Numer slajdu"/>
          <p:cNvSpPr txBox="1"/>
          <p:nvPr/>
        </p:nvSpPr>
        <p:spPr>
          <a:xfrm>
            <a:off x="10788000" y="6426000"/>
            <a:ext cx="540000" cy="216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050" b="1" i="0">
                <a:solidFill>
                  <a:schemeClr val="accent5">
                    <a:lumMod val="70000"/>
                  </a:schemeClr>
                </a:solidFill>
                <a:latin typeface="+mn-lt"/>
              </a:rPr>
              <a:t>02</a:t>
            </a:r>
          </a:p>
        </p:txBody>
      </p:sp>
      <p:sp>
        <p:nvSpPr>
          <p:cNvPr id="5" name="Punktor"/>
          <p:cNvSpPr/>
          <p:nvPr/>
        </p:nvSpPr>
        <p:spPr>
          <a:xfrm>
            <a:off x="892800" y="2440800"/>
            <a:ext cx="122400" cy="1224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kst: [Hasło 1]"/>
          <p:cNvSpPr txBox="1"/>
          <p:nvPr/>
        </p:nvSpPr>
        <p:spPr>
          <a:xfrm>
            <a:off x="1188000" y="2340000"/>
            <a:ext cx="974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  <a:latin typeface="+mn-lt"/>
              </a:rPr>
              <a:t>[Hasło 1]</a:t>
            </a:r>
          </a:p>
        </p:txBody>
      </p:sp>
      <p:sp>
        <p:nvSpPr>
          <p:cNvPr id="7" name="Tekst: [Jedno zdanie rozwinięcia]"/>
          <p:cNvSpPr txBox="1"/>
          <p:nvPr/>
        </p:nvSpPr>
        <p:spPr>
          <a:xfrm>
            <a:off x="1188000" y="2646000"/>
            <a:ext cx="9744000" cy="540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1900"/>
              </a:lnSpc>
            </a:pPr>
            <a:r>
              <a:rPr sz="1400" b="0" i="0">
                <a:solidFill>
                  <a:schemeClr val="accent5">
                    <a:lumMod val="70000"/>
                  </a:schemeClr>
                </a:solidFill>
                <a:latin typeface="+mn-lt"/>
              </a:rPr>
              <a:t>[Jedno zdanie rozwinięcia]</a:t>
            </a:r>
          </a:p>
        </p:txBody>
      </p:sp>
      <p:sp>
        <p:nvSpPr>
          <p:cNvPr id="8" name="Punktor"/>
          <p:cNvSpPr/>
          <p:nvPr/>
        </p:nvSpPr>
        <p:spPr>
          <a:xfrm>
            <a:off x="892800" y="3304800"/>
            <a:ext cx="122400" cy="1224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kst: [Hasło 2]"/>
          <p:cNvSpPr txBox="1"/>
          <p:nvPr/>
        </p:nvSpPr>
        <p:spPr>
          <a:xfrm>
            <a:off x="1188000" y="3204000"/>
            <a:ext cx="974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  <a:latin typeface="+mn-lt"/>
              </a:rPr>
              <a:t>[Hasło 2]</a:t>
            </a:r>
          </a:p>
        </p:txBody>
      </p:sp>
      <p:sp>
        <p:nvSpPr>
          <p:cNvPr id="10" name="Tekst: [Jedno zdanie rozwinięcia]"/>
          <p:cNvSpPr txBox="1"/>
          <p:nvPr/>
        </p:nvSpPr>
        <p:spPr>
          <a:xfrm>
            <a:off x="1188000" y="3510000"/>
            <a:ext cx="9744000" cy="540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1900"/>
              </a:lnSpc>
            </a:pPr>
            <a:r>
              <a:rPr sz="1400" b="0" i="0">
                <a:solidFill>
                  <a:schemeClr val="accent5">
                    <a:lumMod val="70000"/>
                  </a:schemeClr>
                </a:solidFill>
                <a:latin typeface="+mn-lt"/>
              </a:rPr>
              <a:t>[Jedno zdanie rozwinięcia]</a:t>
            </a:r>
          </a:p>
        </p:txBody>
      </p:sp>
      <p:sp>
        <p:nvSpPr>
          <p:cNvPr id="11" name="Punktor"/>
          <p:cNvSpPr/>
          <p:nvPr/>
        </p:nvSpPr>
        <p:spPr>
          <a:xfrm>
            <a:off x="892800" y="4168800"/>
            <a:ext cx="122400" cy="1224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kst: [Hasło 3]"/>
          <p:cNvSpPr txBox="1"/>
          <p:nvPr/>
        </p:nvSpPr>
        <p:spPr>
          <a:xfrm>
            <a:off x="1188000" y="4068000"/>
            <a:ext cx="974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  <a:latin typeface="+mn-lt"/>
              </a:rPr>
              <a:t>[Hasło 3]</a:t>
            </a:r>
          </a:p>
        </p:txBody>
      </p:sp>
      <p:sp>
        <p:nvSpPr>
          <p:cNvPr id="13" name="Tekst: [Jedno zdanie rozwinięcia]"/>
          <p:cNvSpPr txBox="1"/>
          <p:nvPr/>
        </p:nvSpPr>
        <p:spPr>
          <a:xfrm>
            <a:off x="1188000" y="4374000"/>
            <a:ext cx="9744000" cy="540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1900"/>
              </a:lnSpc>
            </a:pPr>
            <a:r>
              <a:rPr sz="1400" b="0" i="0">
                <a:solidFill>
                  <a:schemeClr val="accent5">
                    <a:lumMod val="70000"/>
                  </a:schemeClr>
                </a:solidFill>
                <a:latin typeface="+mn-lt"/>
              </a:rPr>
              <a:t>[Jedno zdanie rozwinięcia]</a:t>
            </a:r>
          </a:p>
        </p:txBody>
      </p:sp>
      <p:sp>
        <p:nvSpPr>
          <p:cNvPr id="14" name="Punktor"/>
          <p:cNvSpPr/>
          <p:nvPr/>
        </p:nvSpPr>
        <p:spPr>
          <a:xfrm>
            <a:off x="892800" y="5032800"/>
            <a:ext cx="122400" cy="1224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kst: [Hasło 4]"/>
          <p:cNvSpPr txBox="1"/>
          <p:nvPr/>
        </p:nvSpPr>
        <p:spPr>
          <a:xfrm>
            <a:off x="1188000" y="4932000"/>
            <a:ext cx="974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  <a:latin typeface="+mn-lt"/>
              </a:rPr>
              <a:t>[Hasło 4]</a:t>
            </a:r>
          </a:p>
        </p:txBody>
      </p:sp>
      <p:sp>
        <p:nvSpPr>
          <p:cNvPr id="16" name="Tekst: [Jedno zdanie rozwinięcia]"/>
          <p:cNvSpPr txBox="1"/>
          <p:nvPr/>
        </p:nvSpPr>
        <p:spPr>
          <a:xfrm>
            <a:off x="1188000" y="5238000"/>
            <a:ext cx="9744000" cy="540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1900"/>
              </a:lnSpc>
            </a:pPr>
            <a:r>
              <a:rPr sz="1400" b="0" i="0">
                <a:solidFill>
                  <a:schemeClr val="accent5">
                    <a:lumMod val="70000"/>
                  </a:schemeClr>
                </a:solidFill>
                <a:latin typeface="+mn-lt"/>
              </a:rPr>
              <a:t>[Jedno zdanie rozwinięcia]</a:t>
            </a:r>
          </a:p>
        </p:txBody>
      </p:sp>
      <p:sp>
        <p:nvSpPr>
          <p:cNvPr id="17" name="OPIS - poza slajdem (niewidoczny w pokazie)"/>
          <p:cNvSpPr/>
          <p:nvPr/>
        </p:nvSpPr>
        <p:spPr>
          <a:xfrm>
            <a:off x="12408000" y="144000"/>
            <a:ext cx="3060000" cy="324000"/>
          </a:xfrm>
          <a:prstGeom prst="roundRect">
            <a:avLst>
              <a:gd name="adj" fmla="val 30000"/>
            </a:avLst>
          </a:prstGeom>
          <a:solidFill>
            <a:srgbClr val="FFD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kst: SLAJD 02 - do czego służy"/>
          <p:cNvSpPr txBox="1"/>
          <p:nvPr/>
        </p:nvSpPr>
        <p:spPr>
          <a:xfrm>
            <a:off x="12552000" y="144000"/>
            <a:ext cx="288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+mn-lt"/>
              </a:rPr>
              <a:t>SLAJD 02 - do czego służy</a:t>
            </a:r>
          </a:p>
        </p:txBody>
      </p:sp>
      <p:sp>
        <p:nvSpPr>
          <p:cNvPr id="19" name="OPIS - tresc"/>
          <p:cNvSpPr/>
          <p:nvPr/>
        </p:nvSpPr>
        <p:spPr>
          <a:xfrm>
            <a:off x="12408000" y="522000"/>
            <a:ext cx="3060000" cy="770600"/>
          </a:xfrm>
          <a:prstGeom prst="roundRect">
            <a:avLst>
              <a:gd name="adj" fmla="val 6000"/>
            </a:avLst>
          </a:prstGeom>
          <a:solidFill>
            <a:srgbClr val="FFF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kst: PUNKTY: 3-6 haseł z krótkim rozwinięciem"/>
          <p:cNvSpPr txBox="1"/>
          <p:nvPr/>
        </p:nvSpPr>
        <p:spPr>
          <a:xfrm>
            <a:off x="12552000" y="666000"/>
            <a:ext cx="2772000" cy="770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1F1F1F"/>
                </a:solidFill>
                <a:latin typeface="+mn-lt"/>
              </a:rPr>
              <a:t>PUNKTY: 3-6 haseł z krótkim rozwinięciem. Zalety, warunki, ustalenia.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Zdjęcie - prawy klik: Zmień obraz (rogi i rozmiar zostają)" descr="ph_817_ZDJCIE.png"/>
          <p:cNvPicPr>
            <a:picLocks noChangeAspect="1"/>
          </p:cNvPicPr>
          <p:nvPr/>
        </p:nvPicPr>
        <p:blipFill>
          <a:blip r:embed="rId2"/>
          <a:srcRect l="13" r="13"/>
          <a:stretch>
            <a:fillRect/>
          </a:stretch>
        </p:blipFill>
        <p:spPr>
          <a:xfrm>
            <a:off x="6583680" y="0"/>
            <a:ext cx="5608320" cy="6858000"/>
          </a:xfrm>
          <a:prstGeom prst="rect">
            <a:avLst/>
          </a:prstGeom>
        </p:spPr>
      </p:pic>
      <p:pic>
        <p:nvPicPr>
          <p:cNvPr id="3" name="Logo marki" descr="logo_green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450000"/>
            <a:ext cx="684000" cy="504450"/>
          </a:xfrm>
          <a:prstGeom prst="rect">
            <a:avLst/>
          </a:prstGeom>
        </p:spPr>
      </p:pic>
      <p:sp>
        <p:nvSpPr>
          <p:cNvPr id="4" name="Tytuł slajdu"/>
          <p:cNvSpPr txBox="1"/>
          <p:nvPr/>
        </p:nvSpPr>
        <p:spPr>
          <a:xfrm>
            <a:off x="864000" y="1512000"/>
            <a:ext cx="4927680" cy="5588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4312"/>
              </a:lnSpc>
            </a:pPr>
            <a:r>
              <a:rPr sz="4400" b="0" i="0">
                <a:solidFill>
                  <a:schemeClr val="tx1"/>
                </a:solidFill>
                <a:latin typeface="+mj-lt"/>
              </a:rPr>
              <a:t>[Tytuł slajdu]</a:t>
            </a:r>
          </a:p>
        </p:txBody>
      </p:sp>
      <p:sp>
        <p:nvSpPr>
          <p:cNvPr id="5" name="Tekst: [Opis: 2-4 zdania. Zdjęcie podmień: praw"/>
          <p:cNvSpPr txBox="1"/>
          <p:nvPr/>
        </p:nvSpPr>
        <p:spPr>
          <a:xfrm>
            <a:off x="864000" y="2293624"/>
            <a:ext cx="4927680" cy="584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300"/>
              </a:lnSpc>
            </a:pPr>
            <a:r>
              <a:rPr sz="1600" b="0" i="0">
                <a:solidFill>
                  <a:schemeClr val="accent5">
                    <a:lumMod val="70000"/>
                  </a:schemeClr>
                </a:solidFill>
                <a:latin typeface="+mn-lt"/>
              </a:rPr>
              <a:t>[Opis: 2-4 zdania. Zdjęcie podmień: prawy klik &gt; Zmień obraz.]</a:t>
            </a:r>
          </a:p>
        </p:txBody>
      </p:sp>
      <p:sp>
        <p:nvSpPr>
          <p:cNvPr id="6" name="Punktor"/>
          <p:cNvSpPr/>
          <p:nvPr/>
        </p:nvSpPr>
        <p:spPr>
          <a:xfrm>
            <a:off x="871200" y="3165824"/>
            <a:ext cx="93600" cy="93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kst: [Punkt 1]"/>
          <p:cNvSpPr txBox="1"/>
          <p:nvPr/>
        </p:nvSpPr>
        <p:spPr>
          <a:xfrm>
            <a:off x="1080000" y="3093824"/>
            <a:ext cx="4711680" cy="288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  <a:latin typeface="+mn-lt"/>
              </a:rPr>
              <a:t>[Punkt 1]</a:t>
            </a:r>
          </a:p>
        </p:txBody>
      </p:sp>
      <p:sp>
        <p:nvSpPr>
          <p:cNvPr id="8" name="Punktor"/>
          <p:cNvSpPr/>
          <p:nvPr/>
        </p:nvSpPr>
        <p:spPr>
          <a:xfrm>
            <a:off x="871200" y="3507824"/>
            <a:ext cx="93600" cy="93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kst: [Punkt 2]"/>
          <p:cNvSpPr txBox="1"/>
          <p:nvPr/>
        </p:nvSpPr>
        <p:spPr>
          <a:xfrm>
            <a:off x="1080000" y="3435824"/>
            <a:ext cx="4711680" cy="288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  <a:latin typeface="+mn-lt"/>
              </a:rPr>
              <a:t>[Punkt 2]</a:t>
            </a:r>
          </a:p>
        </p:txBody>
      </p:sp>
      <p:sp>
        <p:nvSpPr>
          <p:cNvPr id="10" name="Punktor"/>
          <p:cNvSpPr/>
          <p:nvPr/>
        </p:nvSpPr>
        <p:spPr>
          <a:xfrm>
            <a:off x="871200" y="3849824"/>
            <a:ext cx="93600" cy="93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kst: [Punkt 3]"/>
          <p:cNvSpPr txBox="1"/>
          <p:nvPr/>
        </p:nvSpPr>
        <p:spPr>
          <a:xfrm>
            <a:off x="1080000" y="3777824"/>
            <a:ext cx="4711680" cy="288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  <a:latin typeface="+mn-lt"/>
              </a:rPr>
              <a:t>[Punkt 3]</a:t>
            </a:r>
          </a:p>
        </p:txBody>
      </p:sp>
      <p:sp>
        <p:nvSpPr>
          <p:cNvPr id="12" name="OPIS - poza slajdem (niewidoczny w pokazie)"/>
          <p:cNvSpPr/>
          <p:nvPr/>
        </p:nvSpPr>
        <p:spPr>
          <a:xfrm>
            <a:off x="12408000" y="144000"/>
            <a:ext cx="3060000" cy="324000"/>
          </a:xfrm>
          <a:prstGeom prst="roundRect">
            <a:avLst>
              <a:gd name="adj" fmla="val 30000"/>
            </a:avLst>
          </a:prstGeom>
          <a:solidFill>
            <a:srgbClr val="FFD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kst: SLAJD 03 - do czego służy"/>
          <p:cNvSpPr txBox="1"/>
          <p:nvPr/>
        </p:nvSpPr>
        <p:spPr>
          <a:xfrm>
            <a:off x="12552000" y="144000"/>
            <a:ext cx="288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+mn-lt"/>
              </a:rPr>
              <a:t>SLAJD 03 - do czego służy</a:t>
            </a:r>
          </a:p>
        </p:txBody>
      </p:sp>
      <p:sp>
        <p:nvSpPr>
          <p:cNvPr id="14" name="OPIS - tresc"/>
          <p:cNvSpPr/>
          <p:nvPr/>
        </p:nvSpPr>
        <p:spPr>
          <a:xfrm>
            <a:off x="12408000" y="522000"/>
            <a:ext cx="3060000" cy="1011900"/>
          </a:xfrm>
          <a:prstGeom prst="roundRect">
            <a:avLst>
              <a:gd name="adj" fmla="val 6000"/>
            </a:avLst>
          </a:prstGeom>
          <a:solidFill>
            <a:srgbClr val="FFF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kst: TEKST I ZDJĘCIE: opis i punkty po lewej,"/>
          <p:cNvSpPr txBox="1"/>
          <p:nvPr/>
        </p:nvSpPr>
        <p:spPr>
          <a:xfrm>
            <a:off x="12552000" y="666000"/>
            <a:ext cx="2772000" cy="1011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1F1F1F"/>
                </a:solidFill>
                <a:latin typeface="+mn-lt"/>
              </a:rPr>
              <a:t>TEKST I ZDJĘCIE: opis i punkty po lewej, zdjęcie po prawej. Zdjęcie: prawy klik &gt; Zmień obraz.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djęcie - prawy klik: Zmień obraz (rogi i rozmiar zostają)"/>
          <p:cNvSpPr/>
          <p:nvPr/>
        </p:nvSpPr>
        <p:spPr>
          <a:xfrm>
            <a:off x="864000" y="576000"/>
            <a:ext cx="5364480" cy="5706000"/>
          </a:xfrm>
          <a:prstGeom prst="roundRect">
            <a:avLst>
              <a:gd name="adj" fmla="val 3019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28" name="Produkt z owocami (grupa) - przesuwaj całość; kliknij 2x, by zmienić obraz"/>
          <p:cNvGrpSpPr/>
          <p:nvPr/>
        </p:nvGrpSpPr>
        <p:grpSpPr>
          <a:xfrm>
            <a:off x="1218791" y="1467000"/>
            <a:ext cx="4573994" cy="4664478"/>
            <a:chOff x="1218791" y="1467000"/>
            <a:chExt cx="4573994" cy="4664478"/>
          </a:xfrm>
        </p:grpSpPr>
        <p:pic>
          <p:nvPicPr>
            <p:cNvPr id="3" name="Owoc / element smaku - prawy klik: Zmień obraz albo Delete" descr="p_cola_cytryna_plaster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440000">
              <a:off x="4973357" y="1888643"/>
              <a:ext cx="662400" cy="481513"/>
            </a:xfrm>
            <a:prstGeom prst="rect">
              <a:avLst/>
            </a:prstGeom>
          </p:spPr>
        </p:pic>
        <p:sp>
          <p:nvSpPr>
            <p:cNvPr id="4" name="Cień pod paczką"/>
            <p:cNvSpPr/>
            <p:nvPr/>
          </p:nvSpPr>
          <p:spPr>
            <a:xfrm rot="21360000">
              <a:off x="2154238" y="5319808"/>
              <a:ext cx="2784002" cy="410274"/>
            </a:xfrm>
            <a:prstGeom prst="ellipse">
              <a:avLst/>
            </a:prstGeom>
            <a:solidFill>
              <a:srgbClr val="3B2A20"/>
            </a:solidFill>
            <a:ln>
              <a:noFill/>
            </a:ln>
            <a:effectLst>
              <a:softEdge rad="1270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" name="Packshot - prawy klik: Zmień obraz (PNG bez tła)" descr="pack_col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360000">
              <a:off x="2080975" y="1467000"/>
              <a:ext cx="2930528" cy="4140000"/>
            </a:xfrm>
            <a:prstGeom prst="rect">
              <a:avLst/>
            </a:prstGeom>
          </p:spPr>
        </p:pic>
        <p:pic>
          <p:nvPicPr>
            <p:cNvPr id="6" name="Owoc / element smaku - prawy klik: Zmień obraz albo Delete" descr="p_kulka_ugryz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0640000">
              <a:off x="1218791" y="2331993"/>
              <a:ext cx="786600" cy="754012"/>
            </a:xfrm>
            <a:prstGeom prst="rect">
              <a:avLst/>
            </a:prstGeom>
          </p:spPr>
        </p:pic>
        <p:pic>
          <p:nvPicPr>
            <p:cNvPr id="7" name="Owoc / element smaku - prawy klik: Zmień obraz albo Delete" descr="p_kulka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600000">
              <a:off x="1353222" y="4620024"/>
              <a:ext cx="869400" cy="814752"/>
            </a:xfrm>
            <a:prstGeom prst="rect">
              <a:avLst/>
            </a:prstGeom>
          </p:spPr>
        </p:pic>
        <p:pic>
          <p:nvPicPr>
            <p:cNvPr id="8" name="Owoc / element smaku - prawy klik: Zmień obraz albo Delete" descr="p_cola_cytryna_cwiartka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0880000">
              <a:off x="5050770" y="3951000"/>
              <a:ext cx="742015" cy="828000"/>
            </a:xfrm>
            <a:prstGeom prst="rect">
              <a:avLst/>
            </a:prstGeom>
          </p:spPr>
        </p:pic>
        <p:pic>
          <p:nvPicPr>
            <p:cNvPr id="9" name="Owoc / element smaku - prawy klik: Zmień obraz albo Delete" descr="p_kulka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40000">
              <a:off x="2553113" y="5459616"/>
              <a:ext cx="579600" cy="543168"/>
            </a:xfrm>
            <a:prstGeom prst="rect">
              <a:avLst/>
            </a:prstGeom>
          </p:spPr>
        </p:pic>
        <p:pic>
          <p:nvPicPr>
            <p:cNvPr id="10" name="Owoc / element smaku - prawy klik: Zmień obraz albo Delete" descr="p_kulka_ugryz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9920000">
              <a:off x="4094198" y="5496521"/>
              <a:ext cx="662400" cy="634957"/>
            </a:xfrm>
            <a:prstGeom prst="rect">
              <a:avLst/>
            </a:prstGeom>
          </p:spPr>
        </p:pic>
      </p:grpSp>
      <p:sp>
        <p:nvSpPr>
          <p:cNvPr id="11" name="Tytuł slajdu"/>
          <p:cNvSpPr txBox="1"/>
          <p:nvPr/>
        </p:nvSpPr>
        <p:spPr>
          <a:xfrm>
            <a:off x="7020480" y="648000"/>
            <a:ext cx="4307520" cy="1117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4400"/>
              </a:lnSpc>
            </a:pPr>
            <a:r>
              <a:rPr sz="4400" b="0" i="0">
                <a:solidFill>
                  <a:schemeClr val="tx1"/>
                </a:solidFill>
                <a:latin typeface="+mj-lt"/>
              </a:rPr>
              <a:t>[Co wyróżnia</a:t>
            </a:r>
          </a:p>
          <a:p>
            <a:pPr algn="l">
              <a:lnSpc>
                <a:spcPts val="4400"/>
              </a:lnSpc>
            </a:pPr>
            <a:r>
              <a:rPr sz="4400" b="0" i="0">
                <a:solidFill>
                  <a:schemeClr val="tx1"/>
                </a:solidFill>
                <a:latin typeface="+mj-lt"/>
              </a:rPr>
              <a:t>produkt]</a:t>
            </a:r>
          </a:p>
        </p:txBody>
      </p:sp>
      <p:pic>
        <p:nvPicPr>
          <p:cNvPr id="12" name="Ikona / grafika - prawy klik: Zmień obraz" descr="dumb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0480" y="2125600"/>
            <a:ext cx="468000" cy="468000"/>
          </a:xfrm>
          <a:prstGeom prst="rect">
            <a:avLst/>
          </a:prstGeom>
        </p:spPr>
      </p:pic>
      <p:sp>
        <p:nvSpPr>
          <p:cNvPr id="13" name="Tekst: [Claim 1]"/>
          <p:cNvSpPr txBox="1"/>
          <p:nvPr/>
        </p:nvSpPr>
        <p:spPr>
          <a:xfrm>
            <a:off x="7740480" y="2107600"/>
            <a:ext cx="3587520" cy="32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900" b="1" i="0">
                <a:solidFill>
                  <a:schemeClr val="tx1"/>
                </a:solidFill>
                <a:latin typeface="+mn-lt"/>
              </a:rPr>
              <a:t>[Claim 1]</a:t>
            </a:r>
          </a:p>
        </p:txBody>
      </p:sp>
      <p:sp>
        <p:nvSpPr>
          <p:cNvPr id="14" name="Tekst: [krótkie rozwinięcie]"/>
          <p:cNvSpPr txBox="1"/>
          <p:nvPr/>
        </p:nvSpPr>
        <p:spPr>
          <a:xfrm>
            <a:off x="7740480" y="2449600"/>
            <a:ext cx="3587520" cy="68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chemeClr val="accent5">
                    <a:lumMod val="70000"/>
                  </a:schemeClr>
                </a:solidFill>
                <a:latin typeface="+mn-lt"/>
              </a:rPr>
              <a:t>[krótkie rozwinięcie]</a:t>
            </a:r>
          </a:p>
        </p:txBody>
      </p:sp>
      <p:pic>
        <p:nvPicPr>
          <p:cNvPr id="15" name="Ikona / grafika - prawy klik: Zmień obraz" descr="smile-plu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0480" y="3205600"/>
            <a:ext cx="468000" cy="468000"/>
          </a:xfrm>
          <a:prstGeom prst="rect">
            <a:avLst/>
          </a:prstGeom>
        </p:spPr>
      </p:pic>
      <p:sp>
        <p:nvSpPr>
          <p:cNvPr id="16" name="Tekst: [Claim 2]"/>
          <p:cNvSpPr txBox="1"/>
          <p:nvPr/>
        </p:nvSpPr>
        <p:spPr>
          <a:xfrm>
            <a:off x="7740480" y="3187600"/>
            <a:ext cx="3587520" cy="32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900" b="1" i="0">
                <a:solidFill>
                  <a:schemeClr val="tx1"/>
                </a:solidFill>
                <a:latin typeface="+mn-lt"/>
              </a:rPr>
              <a:t>[Claim 2]</a:t>
            </a:r>
          </a:p>
        </p:txBody>
      </p:sp>
      <p:sp>
        <p:nvSpPr>
          <p:cNvPr id="17" name="Tekst: [krótkie rozwinięcie]"/>
          <p:cNvSpPr txBox="1"/>
          <p:nvPr/>
        </p:nvSpPr>
        <p:spPr>
          <a:xfrm>
            <a:off x="7740480" y="3529600"/>
            <a:ext cx="3587520" cy="68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chemeClr val="accent5">
                    <a:lumMod val="70000"/>
                  </a:schemeClr>
                </a:solidFill>
                <a:latin typeface="+mn-lt"/>
              </a:rPr>
              <a:t>[krótkie rozwinięcie]</a:t>
            </a:r>
          </a:p>
        </p:txBody>
      </p:sp>
      <p:pic>
        <p:nvPicPr>
          <p:cNvPr id="18" name="Ikona / grafika - prawy klik: Zmień obraz" descr="citru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0480" y="4285600"/>
            <a:ext cx="468000" cy="468000"/>
          </a:xfrm>
          <a:prstGeom prst="rect">
            <a:avLst/>
          </a:prstGeom>
        </p:spPr>
      </p:pic>
      <p:sp>
        <p:nvSpPr>
          <p:cNvPr id="19" name="Tekst: [Claim 3]"/>
          <p:cNvSpPr txBox="1"/>
          <p:nvPr/>
        </p:nvSpPr>
        <p:spPr>
          <a:xfrm>
            <a:off x="7740480" y="4267600"/>
            <a:ext cx="3587520" cy="32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900" b="1" i="0">
                <a:solidFill>
                  <a:schemeClr val="tx1"/>
                </a:solidFill>
                <a:latin typeface="+mn-lt"/>
              </a:rPr>
              <a:t>[Claim 3]</a:t>
            </a:r>
          </a:p>
        </p:txBody>
      </p:sp>
      <p:sp>
        <p:nvSpPr>
          <p:cNvPr id="20" name="Tekst: [krótkie rozwinięcie]"/>
          <p:cNvSpPr txBox="1"/>
          <p:nvPr/>
        </p:nvSpPr>
        <p:spPr>
          <a:xfrm>
            <a:off x="7740480" y="4609600"/>
            <a:ext cx="3587520" cy="68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chemeClr val="accent5">
                    <a:lumMod val="70000"/>
                  </a:schemeClr>
                </a:solidFill>
                <a:latin typeface="+mn-lt"/>
              </a:rPr>
              <a:t>[krótkie rozwinięcie]</a:t>
            </a:r>
          </a:p>
        </p:txBody>
      </p:sp>
      <p:pic>
        <p:nvPicPr>
          <p:cNvPr id="21" name="Ikona / grafika - prawy klik: Zmień obraz" descr="sparkl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0480" y="5365600"/>
            <a:ext cx="468000" cy="468000"/>
          </a:xfrm>
          <a:prstGeom prst="rect">
            <a:avLst/>
          </a:prstGeom>
        </p:spPr>
      </p:pic>
      <p:sp>
        <p:nvSpPr>
          <p:cNvPr id="22" name="Tekst: [Claim 4]"/>
          <p:cNvSpPr txBox="1"/>
          <p:nvPr/>
        </p:nvSpPr>
        <p:spPr>
          <a:xfrm>
            <a:off x="7740480" y="5347600"/>
            <a:ext cx="3587520" cy="32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900" b="1" i="0">
                <a:solidFill>
                  <a:schemeClr val="tx1"/>
                </a:solidFill>
                <a:latin typeface="+mn-lt"/>
              </a:rPr>
              <a:t>[Claim 4]</a:t>
            </a:r>
          </a:p>
        </p:txBody>
      </p:sp>
      <p:sp>
        <p:nvSpPr>
          <p:cNvPr id="23" name="Tekst: [krótkie rozwinięcie]"/>
          <p:cNvSpPr txBox="1"/>
          <p:nvPr/>
        </p:nvSpPr>
        <p:spPr>
          <a:xfrm>
            <a:off x="7740480" y="5689600"/>
            <a:ext cx="3587520" cy="68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chemeClr val="accent5">
                    <a:lumMod val="70000"/>
                  </a:schemeClr>
                </a:solidFill>
                <a:latin typeface="+mn-lt"/>
              </a:rPr>
              <a:t>[krótkie rozwinięcie]</a:t>
            </a:r>
          </a:p>
        </p:txBody>
      </p:sp>
      <p:sp>
        <p:nvSpPr>
          <p:cNvPr id="24" name="OPIS - poza slajdem (niewidoczny w pokazie)"/>
          <p:cNvSpPr/>
          <p:nvPr/>
        </p:nvSpPr>
        <p:spPr>
          <a:xfrm>
            <a:off x="12408000" y="144000"/>
            <a:ext cx="3060000" cy="324000"/>
          </a:xfrm>
          <a:prstGeom prst="roundRect">
            <a:avLst>
              <a:gd name="adj" fmla="val 30000"/>
            </a:avLst>
          </a:prstGeom>
          <a:solidFill>
            <a:srgbClr val="FFD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kst: SLAJD 04 - do czego służy"/>
          <p:cNvSpPr txBox="1"/>
          <p:nvPr/>
        </p:nvSpPr>
        <p:spPr>
          <a:xfrm>
            <a:off x="12552000" y="144000"/>
            <a:ext cx="288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+mn-lt"/>
              </a:rPr>
              <a:t>SLAJD 04 - do czego służy</a:t>
            </a:r>
          </a:p>
        </p:txBody>
      </p:sp>
      <p:sp>
        <p:nvSpPr>
          <p:cNvPr id="26" name="OPIS - tresc"/>
          <p:cNvSpPr/>
          <p:nvPr/>
        </p:nvSpPr>
        <p:spPr>
          <a:xfrm>
            <a:off x="12408000" y="522000"/>
            <a:ext cx="3060000" cy="1011900"/>
          </a:xfrm>
          <a:prstGeom prst="roundRect">
            <a:avLst>
              <a:gd name="adj" fmla="val 6000"/>
            </a:avLst>
          </a:prstGeom>
          <a:solidFill>
            <a:srgbClr val="FFF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kst: PRODUKT I ZALETY: packshot i 4 claimy z "/>
          <p:cNvSpPr txBox="1"/>
          <p:nvPr/>
        </p:nvSpPr>
        <p:spPr>
          <a:xfrm>
            <a:off x="12552000" y="666000"/>
            <a:ext cx="2772000" cy="1011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1F1F1F"/>
                </a:solidFill>
                <a:latin typeface="+mn-lt"/>
              </a:rPr>
              <a:t>PRODUKT I ZALETY: packshot i 4 claimy z ikonami. Claimy tylko z karty wprowadzenia.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ytuł slajdu"/>
          <p:cNvSpPr txBox="1"/>
          <p:nvPr/>
        </p:nvSpPr>
        <p:spPr>
          <a:xfrm>
            <a:off x="864000" y="828000"/>
            <a:ext cx="9360000" cy="508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4000"/>
              </a:lnSpc>
            </a:pPr>
            <a:r>
              <a:rPr sz="4000" b="0" i="0">
                <a:solidFill>
                  <a:schemeClr val="tx1"/>
                </a:solidFill>
                <a:latin typeface="+mj-lt"/>
              </a:rPr>
              <a:t>[Tytuł: wniosek z trzech faktów]</a:t>
            </a:r>
          </a:p>
        </p:txBody>
      </p:sp>
      <p:pic>
        <p:nvPicPr>
          <p:cNvPr id="3" name="Logo marki" descr="logo_green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000" y="540000"/>
            <a:ext cx="684000" cy="504450"/>
          </a:xfrm>
          <a:prstGeom prst="rect">
            <a:avLst/>
          </a:prstGeom>
        </p:spPr>
      </p:pic>
      <p:sp>
        <p:nvSpPr>
          <p:cNvPr id="4" name="Tekst: [Źródło: kto, kiedy, próba - np. badanie"/>
          <p:cNvSpPr txBox="1"/>
          <p:nvPr/>
        </p:nvSpPr>
        <p:spPr>
          <a:xfrm>
            <a:off x="864000" y="6426000"/>
            <a:ext cx="9360000" cy="216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50" b="0" i="0">
                <a:solidFill>
                  <a:schemeClr val="accent5">
                    <a:lumMod val="70000"/>
                  </a:schemeClr>
                </a:solidFill>
                <a:latin typeface="+mn-lt"/>
              </a:rPr>
              <a:t>[Źródło: kto, kiedy, próba - np. badanie, raport sprzedaży]</a:t>
            </a:r>
          </a:p>
        </p:txBody>
      </p:sp>
      <p:sp>
        <p:nvSpPr>
          <p:cNvPr id="5" name="Numer slajdu"/>
          <p:cNvSpPr txBox="1"/>
          <p:nvPr/>
        </p:nvSpPr>
        <p:spPr>
          <a:xfrm>
            <a:off x="10788000" y="6426000"/>
            <a:ext cx="540000" cy="216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050" b="1" i="0">
                <a:solidFill>
                  <a:schemeClr val="accent5">
                    <a:lumMod val="70000"/>
                  </a:schemeClr>
                </a:solidFill>
                <a:latin typeface="+mn-lt"/>
              </a:rPr>
              <a:t>05</a:t>
            </a:r>
          </a:p>
        </p:txBody>
      </p:sp>
      <p:sp>
        <p:nvSpPr>
          <p:cNvPr id="6" name="Karta / tło (kolor z motywu)"/>
          <p:cNvSpPr/>
          <p:nvPr/>
        </p:nvSpPr>
        <p:spPr>
          <a:xfrm>
            <a:off x="864000" y="1908000"/>
            <a:ext cx="3272000" cy="3119280"/>
          </a:xfrm>
          <a:prstGeom prst="roundRect">
            <a:avLst>
              <a:gd name="adj" fmla="val 5193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kst: 00%"/>
          <p:cNvSpPr txBox="1"/>
          <p:nvPr/>
        </p:nvSpPr>
        <p:spPr>
          <a:xfrm>
            <a:off x="1260000" y="2304000"/>
            <a:ext cx="2480000" cy="5588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4400"/>
              </a:lnSpc>
            </a:pPr>
            <a:r>
              <a:rPr sz="4400" b="0" i="0">
                <a:solidFill>
                  <a:schemeClr val="accent1"/>
                </a:solidFill>
                <a:latin typeface="+mj-lt"/>
              </a:rPr>
              <a:t>00%</a:t>
            </a:r>
          </a:p>
        </p:txBody>
      </p:sp>
      <p:sp>
        <p:nvSpPr>
          <p:cNvPr id="8" name="Tekst: [Fakt 1: hasło, do 12 słów]"/>
          <p:cNvSpPr txBox="1"/>
          <p:nvPr/>
        </p:nvSpPr>
        <p:spPr>
          <a:xfrm>
            <a:off x="1260000" y="2970800"/>
            <a:ext cx="2480000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808"/>
              </a:lnSpc>
            </a:pPr>
            <a:r>
              <a:rPr sz="2600" b="0" i="0">
                <a:solidFill>
                  <a:schemeClr val="tx1"/>
                </a:solidFill>
                <a:latin typeface="+mj-lt"/>
              </a:rPr>
              <a:t>[Fakt 1: hasło,</a:t>
            </a:r>
          </a:p>
          <a:p>
            <a:pPr algn="l">
              <a:lnSpc>
                <a:spcPts val="2808"/>
              </a:lnSpc>
            </a:pPr>
            <a:r>
              <a:rPr sz="2600" b="0" i="0">
                <a:solidFill>
                  <a:schemeClr val="tx1"/>
                </a:solidFill>
                <a:latin typeface="+mj-lt"/>
              </a:rPr>
              <a:t>do 12 słów]</a:t>
            </a:r>
          </a:p>
        </p:txBody>
      </p:sp>
      <p:sp>
        <p:nvSpPr>
          <p:cNvPr id="9" name="Tekst: [Krótki dopisek: kontekst albo źródło li"/>
          <p:cNvSpPr txBox="1"/>
          <p:nvPr/>
        </p:nvSpPr>
        <p:spPr>
          <a:xfrm>
            <a:off x="1260000" y="3864032"/>
            <a:ext cx="2480000" cy="587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312"/>
              </a:lnSpc>
            </a:pPr>
            <a:r>
              <a:rPr sz="1700" b="0" i="0">
                <a:solidFill>
                  <a:schemeClr val="tx1"/>
                </a:solidFill>
                <a:latin typeface="+mn-lt"/>
              </a:rPr>
              <a:t>[Krótki dopisek: kontekst albo źródło liczby]</a:t>
            </a:r>
          </a:p>
        </p:txBody>
      </p:sp>
      <p:sp>
        <p:nvSpPr>
          <p:cNvPr id="10" name="Karta / tło (kolor z motywu)"/>
          <p:cNvSpPr/>
          <p:nvPr/>
        </p:nvSpPr>
        <p:spPr>
          <a:xfrm>
            <a:off x="4460000" y="1908000"/>
            <a:ext cx="3272000" cy="3119280"/>
          </a:xfrm>
          <a:prstGeom prst="roundRect">
            <a:avLst>
              <a:gd name="adj" fmla="val 5193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kst: 00%"/>
          <p:cNvSpPr txBox="1"/>
          <p:nvPr/>
        </p:nvSpPr>
        <p:spPr>
          <a:xfrm>
            <a:off x="4856000" y="2304000"/>
            <a:ext cx="2480000" cy="5588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4400"/>
              </a:lnSpc>
            </a:pPr>
            <a:r>
              <a:rPr sz="4400" b="0" i="0">
                <a:solidFill>
                  <a:schemeClr val="accent1"/>
                </a:solidFill>
                <a:latin typeface="+mj-lt"/>
              </a:rPr>
              <a:t>00%</a:t>
            </a:r>
          </a:p>
        </p:txBody>
      </p:sp>
      <p:sp>
        <p:nvSpPr>
          <p:cNvPr id="12" name="Tekst: [Fakt 2: hasło, do 12 słów]"/>
          <p:cNvSpPr txBox="1"/>
          <p:nvPr/>
        </p:nvSpPr>
        <p:spPr>
          <a:xfrm>
            <a:off x="4856000" y="2970800"/>
            <a:ext cx="2480000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808"/>
              </a:lnSpc>
            </a:pPr>
            <a:r>
              <a:rPr sz="2600" b="0" i="0">
                <a:solidFill>
                  <a:schemeClr val="tx1"/>
                </a:solidFill>
                <a:latin typeface="+mj-lt"/>
              </a:rPr>
              <a:t>[Fakt 2: hasło,</a:t>
            </a:r>
          </a:p>
          <a:p>
            <a:pPr algn="l">
              <a:lnSpc>
                <a:spcPts val="2808"/>
              </a:lnSpc>
            </a:pPr>
            <a:r>
              <a:rPr sz="2600" b="0" i="0">
                <a:solidFill>
                  <a:schemeClr val="tx1"/>
                </a:solidFill>
                <a:latin typeface="+mj-lt"/>
              </a:rPr>
              <a:t>do 12 słów]</a:t>
            </a:r>
          </a:p>
        </p:txBody>
      </p:sp>
      <p:sp>
        <p:nvSpPr>
          <p:cNvPr id="13" name="Tekst: [Krótki dopisek: kontekst albo źródło li"/>
          <p:cNvSpPr txBox="1"/>
          <p:nvPr/>
        </p:nvSpPr>
        <p:spPr>
          <a:xfrm>
            <a:off x="4856000" y="3864032"/>
            <a:ext cx="2480000" cy="587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312"/>
              </a:lnSpc>
            </a:pPr>
            <a:r>
              <a:rPr sz="1700" b="0" i="0">
                <a:solidFill>
                  <a:schemeClr val="tx1"/>
                </a:solidFill>
                <a:latin typeface="+mn-lt"/>
              </a:rPr>
              <a:t>[Krótki dopisek: kontekst albo źródło liczby]</a:t>
            </a:r>
          </a:p>
        </p:txBody>
      </p:sp>
      <p:sp>
        <p:nvSpPr>
          <p:cNvPr id="14" name="Karta / tło (kolor z motywu)"/>
          <p:cNvSpPr/>
          <p:nvPr/>
        </p:nvSpPr>
        <p:spPr>
          <a:xfrm>
            <a:off x="8056000" y="1908000"/>
            <a:ext cx="3272000" cy="3119280"/>
          </a:xfrm>
          <a:prstGeom prst="roundRect">
            <a:avLst>
              <a:gd name="adj" fmla="val 5193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kst: 00%"/>
          <p:cNvSpPr txBox="1"/>
          <p:nvPr/>
        </p:nvSpPr>
        <p:spPr>
          <a:xfrm>
            <a:off x="8452000" y="2304000"/>
            <a:ext cx="2480000" cy="5588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4400"/>
              </a:lnSpc>
            </a:pPr>
            <a:r>
              <a:rPr sz="4400" b="0" i="0">
                <a:solidFill>
                  <a:schemeClr val="accent1"/>
                </a:solidFill>
                <a:latin typeface="+mj-lt"/>
              </a:rPr>
              <a:t>00%</a:t>
            </a:r>
          </a:p>
        </p:txBody>
      </p:sp>
      <p:sp>
        <p:nvSpPr>
          <p:cNvPr id="16" name="Tekst: [Fakt 3: hasło, do 12 słów]"/>
          <p:cNvSpPr txBox="1"/>
          <p:nvPr/>
        </p:nvSpPr>
        <p:spPr>
          <a:xfrm>
            <a:off x="8452000" y="2970800"/>
            <a:ext cx="2480000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808"/>
              </a:lnSpc>
            </a:pPr>
            <a:r>
              <a:rPr sz="2600" b="0" i="0">
                <a:solidFill>
                  <a:schemeClr val="tx1"/>
                </a:solidFill>
                <a:latin typeface="+mj-lt"/>
              </a:rPr>
              <a:t>[Fakt 3: hasło,</a:t>
            </a:r>
          </a:p>
          <a:p>
            <a:pPr algn="l">
              <a:lnSpc>
                <a:spcPts val="2808"/>
              </a:lnSpc>
            </a:pPr>
            <a:r>
              <a:rPr sz="2600" b="0" i="0">
                <a:solidFill>
                  <a:schemeClr val="tx1"/>
                </a:solidFill>
                <a:latin typeface="+mj-lt"/>
              </a:rPr>
              <a:t>do 12 słów]</a:t>
            </a:r>
          </a:p>
        </p:txBody>
      </p:sp>
      <p:sp>
        <p:nvSpPr>
          <p:cNvPr id="17" name="Tekst: [Krótki dopisek: kontekst albo źródło li"/>
          <p:cNvSpPr txBox="1"/>
          <p:nvPr/>
        </p:nvSpPr>
        <p:spPr>
          <a:xfrm>
            <a:off x="8452000" y="3864032"/>
            <a:ext cx="2480000" cy="587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312"/>
              </a:lnSpc>
            </a:pPr>
            <a:r>
              <a:rPr sz="1700" b="0" i="0">
                <a:solidFill>
                  <a:schemeClr val="tx1"/>
                </a:solidFill>
                <a:latin typeface="+mn-lt"/>
              </a:rPr>
              <a:t>[Krótki dopisek: kontekst albo źródło liczby]</a:t>
            </a:r>
          </a:p>
        </p:txBody>
      </p:sp>
      <p:sp>
        <p:nvSpPr>
          <p:cNvPr id="18" name="Karta / tło (kolor z motywu)"/>
          <p:cNvSpPr/>
          <p:nvPr/>
        </p:nvSpPr>
        <p:spPr>
          <a:xfrm>
            <a:off x="864000" y="5207280"/>
            <a:ext cx="10464000" cy="725184"/>
          </a:xfrm>
          <a:prstGeom prst="roundRect">
            <a:avLst>
              <a:gd name="adj" fmla="val 22339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kst: [Wniosek z trzech faktów jednym zdaniem]"/>
          <p:cNvSpPr txBox="1"/>
          <p:nvPr/>
        </p:nvSpPr>
        <p:spPr>
          <a:xfrm>
            <a:off x="1188000" y="5207280"/>
            <a:ext cx="9816000" cy="72518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ts val="2592"/>
              </a:lnSpc>
            </a:pPr>
            <a:r>
              <a:rPr sz="2400" b="0" i="0">
                <a:solidFill>
                  <a:schemeClr val="bg1"/>
                </a:solidFill>
                <a:latin typeface="+mj-lt"/>
              </a:rPr>
              <a:t>[Wniosek z trzech faktów jednym zdaniem]</a:t>
            </a:r>
          </a:p>
        </p:txBody>
      </p:sp>
      <p:sp>
        <p:nvSpPr>
          <p:cNvPr id="20" name="OPIS - poza slajdem (niewidoczny w pokazie)"/>
          <p:cNvSpPr/>
          <p:nvPr/>
        </p:nvSpPr>
        <p:spPr>
          <a:xfrm>
            <a:off x="12408000" y="144000"/>
            <a:ext cx="3060000" cy="324000"/>
          </a:xfrm>
          <a:prstGeom prst="roundRect">
            <a:avLst>
              <a:gd name="adj" fmla="val 30000"/>
            </a:avLst>
          </a:prstGeom>
          <a:solidFill>
            <a:srgbClr val="FFD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kst: SLAJD 05 - do czego służy"/>
          <p:cNvSpPr txBox="1"/>
          <p:nvPr/>
        </p:nvSpPr>
        <p:spPr>
          <a:xfrm>
            <a:off x="12552000" y="144000"/>
            <a:ext cx="288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+mn-lt"/>
              </a:rPr>
              <a:t>SLAJD 05 - do czego służy</a:t>
            </a:r>
          </a:p>
        </p:txBody>
      </p:sp>
      <p:sp>
        <p:nvSpPr>
          <p:cNvPr id="22" name="OPIS - tresc"/>
          <p:cNvSpPr/>
          <p:nvPr/>
        </p:nvSpPr>
        <p:spPr>
          <a:xfrm>
            <a:off x="12408000" y="522000"/>
            <a:ext cx="3060000" cy="1011900"/>
          </a:xfrm>
          <a:prstGeom prst="roundRect">
            <a:avLst>
              <a:gd name="adj" fmla="val 6000"/>
            </a:avLst>
          </a:prstGeom>
          <a:solidFill>
            <a:srgbClr val="FFF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kst: TRZY LICZBY I WNIOSEK: 2-4 fakty (liczba"/>
          <p:cNvSpPr txBox="1"/>
          <p:nvPr/>
        </p:nvSpPr>
        <p:spPr>
          <a:xfrm>
            <a:off x="12552000" y="666000"/>
            <a:ext cx="2772000" cy="1011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1F1F1F"/>
                </a:solidFill>
                <a:latin typeface="+mn-lt"/>
              </a:rPr>
              <a:t>TRZY LICZBY I WNIOSEK: 2-4 fakty (liczba, hasło, dopisek) i wniosek w zielonym pasie. Źródło w stopce.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ytuł slajdu"/>
          <p:cNvSpPr txBox="1"/>
          <p:nvPr/>
        </p:nvSpPr>
        <p:spPr>
          <a:xfrm>
            <a:off x="864000" y="828000"/>
            <a:ext cx="9360000" cy="508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4000"/>
              </a:lnSpc>
            </a:pPr>
            <a:r>
              <a:rPr sz="4000" b="0" i="0">
                <a:solidFill>
                  <a:schemeClr val="tx1"/>
                </a:solidFill>
                <a:latin typeface="+mj-lt"/>
              </a:rPr>
              <a:t>[Tytuł porównania]</a:t>
            </a:r>
          </a:p>
        </p:txBody>
      </p:sp>
      <p:pic>
        <p:nvPicPr>
          <p:cNvPr id="3" name="Logo marki" descr="logo_green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000" y="540000"/>
            <a:ext cx="684000" cy="504450"/>
          </a:xfrm>
          <a:prstGeom prst="rect">
            <a:avLst/>
          </a:prstGeom>
        </p:spPr>
      </p:pic>
      <p:sp>
        <p:nvSpPr>
          <p:cNvPr id="4" name="Numer slajdu"/>
          <p:cNvSpPr txBox="1"/>
          <p:nvPr/>
        </p:nvSpPr>
        <p:spPr>
          <a:xfrm>
            <a:off x="10788000" y="6426000"/>
            <a:ext cx="540000" cy="216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050" b="1" i="0">
                <a:solidFill>
                  <a:schemeClr val="accent5">
                    <a:lumMod val="70000"/>
                  </a:schemeClr>
                </a:solidFill>
                <a:latin typeface="+mn-lt"/>
              </a:rPr>
              <a:t>06</a:t>
            </a:r>
          </a:p>
        </p:txBody>
      </p:sp>
      <p:sp>
        <p:nvSpPr>
          <p:cNvPr id="5" name="Karta / tło (kolor z motywu)"/>
          <p:cNvSpPr/>
          <p:nvPr/>
        </p:nvSpPr>
        <p:spPr>
          <a:xfrm>
            <a:off x="864000" y="1908000"/>
            <a:ext cx="5088000" cy="4320000"/>
          </a:xfrm>
          <a:prstGeom prst="roundRect">
            <a:avLst>
              <a:gd name="adj" fmla="val 375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kst: [Dziś]"/>
          <p:cNvSpPr txBox="1"/>
          <p:nvPr/>
        </p:nvSpPr>
        <p:spPr>
          <a:xfrm>
            <a:off x="1224000" y="2016000"/>
            <a:ext cx="4368000" cy="50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800" b="0" i="0">
                <a:solidFill>
                  <a:schemeClr val="tx1"/>
                </a:solidFill>
                <a:latin typeface="+mj-lt"/>
              </a:rPr>
              <a:t>[Dziś]</a:t>
            </a:r>
          </a:p>
        </p:txBody>
      </p:sp>
      <p:sp>
        <p:nvSpPr>
          <p:cNvPr id="7" name="Punktor"/>
          <p:cNvSpPr/>
          <p:nvPr/>
        </p:nvSpPr>
        <p:spPr>
          <a:xfrm>
            <a:off x="1231200" y="2743200"/>
            <a:ext cx="93600" cy="93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kst: [Obserwacja 1]"/>
          <p:cNvSpPr txBox="1"/>
          <p:nvPr/>
        </p:nvSpPr>
        <p:spPr>
          <a:xfrm>
            <a:off x="1440000" y="2664000"/>
            <a:ext cx="415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sz="1600" b="0" i="0">
                <a:solidFill>
                  <a:schemeClr val="tx1"/>
                </a:solidFill>
                <a:latin typeface="+mn-lt"/>
              </a:rPr>
              <a:t>[Obserwacja 1]</a:t>
            </a:r>
          </a:p>
        </p:txBody>
      </p:sp>
      <p:sp>
        <p:nvSpPr>
          <p:cNvPr id="9" name="Punktor"/>
          <p:cNvSpPr/>
          <p:nvPr/>
        </p:nvSpPr>
        <p:spPr>
          <a:xfrm>
            <a:off x="1231200" y="3184600"/>
            <a:ext cx="93600" cy="93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kst: [Obserwacja 2]"/>
          <p:cNvSpPr txBox="1"/>
          <p:nvPr/>
        </p:nvSpPr>
        <p:spPr>
          <a:xfrm>
            <a:off x="1440000" y="3105400"/>
            <a:ext cx="415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sz="1600" b="0" i="0">
                <a:solidFill>
                  <a:schemeClr val="tx1"/>
                </a:solidFill>
                <a:latin typeface="+mn-lt"/>
              </a:rPr>
              <a:t>[Obserwacja 2]</a:t>
            </a:r>
          </a:p>
        </p:txBody>
      </p:sp>
      <p:sp>
        <p:nvSpPr>
          <p:cNvPr id="11" name="Punktor"/>
          <p:cNvSpPr/>
          <p:nvPr/>
        </p:nvSpPr>
        <p:spPr>
          <a:xfrm>
            <a:off x="1231200" y="3626000"/>
            <a:ext cx="93600" cy="93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kst: [Obserwacja 3]"/>
          <p:cNvSpPr txBox="1"/>
          <p:nvPr/>
        </p:nvSpPr>
        <p:spPr>
          <a:xfrm>
            <a:off x="1440000" y="3546800"/>
            <a:ext cx="415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sz="1600" b="0" i="0">
                <a:solidFill>
                  <a:schemeClr val="tx1"/>
                </a:solidFill>
                <a:latin typeface="+mn-lt"/>
              </a:rPr>
              <a:t>[Obserwacja 3]</a:t>
            </a:r>
          </a:p>
        </p:txBody>
      </p:sp>
      <p:sp>
        <p:nvSpPr>
          <p:cNvPr id="13" name="Karta / tło (kolor z motywu)"/>
          <p:cNvSpPr/>
          <p:nvPr/>
        </p:nvSpPr>
        <p:spPr>
          <a:xfrm>
            <a:off x="6240000" y="1908000"/>
            <a:ext cx="5088000" cy="432000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kst: [Z nami]"/>
          <p:cNvSpPr txBox="1"/>
          <p:nvPr/>
        </p:nvSpPr>
        <p:spPr>
          <a:xfrm>
            <a:off x="6600000" y="2016000"/>
            <a:ext cx="4368000" cy="50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800" b="0" i="0">
                <a:solidFill>
                  <a:schemeClr val="bg1"/>
                </a:solidFill>
                <a:latin typeface="+mj-lt"/>
              </a:rPr>
              <a:t>[Z nami]</a:t>
            </a:r>
          </a:p>
        </p:txBody>
      </p:sp>
      <p:sp>
        <p:nvSpPr>
          <p:cNvPr id="15" name="Punktor"/>
          <p:cNvSpPr/>
          <p:nvPr/>
        </p:nvSpPr>
        <p:spPr>
          <a:xfrm>
            <a:off x="6607200" y="2743200"/>
            <a:ext cx="93600" cy="936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kst: [Korzyść 1]"/>
          <p:cNvSpPr txBox="1"/>
          <p:nvPr/>
        </p:nvSpPr>
        <p:spPr>
          <a:xfrm>
            <a:off x="6816000" y="2664000"/>
            <a:ext cx="415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sz="1600" b="0" i="0">
                <a:solidFill>
                  <a:schemeClr val="bg1"/>
                </a:solidFill>
                <a:latin typeface="+mn-lt"/>
              </a:rPr>
              <a:t>[Korzyść 1]</a:t>
            </a:r>
          </a:p>
        </p:txBody>
      </p:sp>
      <p:sp>
        <p:nvSpPr>
          <p:cNvPr id="17" name="Punktor"/>
          <p:cNvSpPr/>
          <p:nvPr/>
        </p:nvSpPr>
        <p:spPr>
          <a:xfrm>
            <a:off x="6607200" y="3184600"/>
            <a:ext cx="93600" cy="936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kst: [Korzyść 2]"/>
          <p:cNvSpPr txBox="1"/>
          <p:nvPr/>
        </p:nvSpPr>
        <p:spPr>
          <a:xfrm>
            <a:off x="6816000" y="3105400"/>
            <a:ext cx="415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sz="1600" b="0" i="0">
                <a:solidFill>
                  <a:schemeClr val="bg1"/>
                </a:solidFill>
                <a:latin typeface="+mn-lt"/>
              </a:rPr>
              <a:t>[Korzyść 2]</a:t>
            </a:r>
          </a:p>
        </p:txBody>
      </p:sp>
      <p:sp>
        <p:nvSpPr>
          <p:cNvPr id="19" name="Punktor"/>
          <p:cNvSpPr/>
          <p:nvPr/>
        </p:nvSpPr>
        <p:spPr>
          <a:xfrm>
            <a:off x="6607200" y="3626000"/>
            <a:ext cx="93600" cy="936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kst: [Korzyść 3]"/>
          <p:cNvSpPr txBox="1"/>
          <p:nvPr/>
        </p:nvSpPr>
        <p:spPr>
          <a:xfrm>
            <a:off x="6816000" y="3546800"/>
            <a:ext cx="415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sz="1600" b="0" i="0">
                <a:solidFill>
                  <a:schemeClr val="bg1"/>
                </a:solidFill>
                <a:latin typeface="+mn-lt"/>
              </a:rPr>
              <a:t>[Korzyść 3]</a:t>
            </a:r>
          </a:p>
        </p:txBody>
      </p:sp>
      <p:sp>
        <p:nvSpPr>
          <p:cNvPr id="21" name="OPIS - poza slajdem (niewidoczny w pokazie)"/>
          <p:cNvSpPr/>
          <p:nvPr/>
        </p:nvSpPr>
        <p:spPr>
          <a:xfrm>
            <a:off x="12408000" y="144000"/>
            <a:ext cx="3060000" cy="324000"/>
          </a:xfrm>
          <a:prstGeom prst="roundRect">
            <a:avLst>
              <a:gd name="adj" fmla="val 30000"/>
            </a:avLst>
          </a:prstGeom>
          <a:solidFill>
            <a:srgbClr val="FFD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kst: SLAJD 06 - do czego służy"/>
          <p:cNvSpPr txBox="1"/>
          <p:nvPr/>
        </p:nvSpPr>
        <p:spPr>
          <a:xfrm>
            <a:off x="12552000" y="144000"/>
            <a:ext cx="288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+mn-lt"/>
              </a:rPr>
              <a:t>SLAJD 06 - do czego służy</a:t>
            </a:r>
          </a:p>
        </p:txBody>
      </p:sp>
      <p:sp>
        <p:nvSpPr>
          <p:cNvPr id="23" name="OPIS - tresc"/>
          <p:cNvSpPr/>
          <p:nvPr/>
        </p:nvSpPr>
        <p:spPr>
          <a:xfrm>
            <a:off x="12408000" y="522000"/>
            <a:ext cx="3060000" cy="1011900"/>
          </a:xfrm>
          <a:prstGeom prst="roundRect">
            <a:avLst>
              <a:gd name="adj" fmla="val 6000"/>
            </a:avLst>
          </a:prstGeom>
          <a:solidFill>
            <a:srgbClr val="FFF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kst: PORÓWNANIE: dziś kontra nasza propozycja"/>
          <p:cNvSpPr txBox="1"/>
          <p:nvPr/>
        </p:nvSpPr>
        <p:spPr>
          <a:xfrm>
            <a:off x="12552000" y="666000"/>
            <a:ext cx="2772000" cy="1011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1F1F1F"/>
                </a:solidFill>
                <a:latin typeface="+mn-lt"/>
              </a:rPr>
              <a:t>PORÓWNANIE: dziś kontra nasza propozycja. Prawa kolumna jest wyróżniona.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ło - zieleń marki (kolor: Projektowanie &gt; Warianty &gt; Kolory)"/>
          <p:cNvSpPr/>
          <p:nvPr/>
        </p:nvSpPr>
        <p:spPr>
          <a:xfrm>
            <a:off x="0" y="4986000"/>
            <a:ext cx="12192000" cy="187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ytuł slajdu"/>
          <p:cNvSpPr txBox="1"/>
          <p:nvPr/>
        </p:nvSpPr>
        <p:spPr>
          <a:xfrm>
            <a:off x="864000" y="1152000"/>
            <a:ext cx="8640000" cy="158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600" b="0" i="0">
                <a:solidFill>
                  <a:schemeClr val="tx1"/>
                </a:solidFill>
                <a:latin typeface="+mj-lt"/>
              </a:rPr>
              <a:t>Dziękujemy</a:t>
            </a:r>
          </a:p>
        </p:txBody>
      </p:sp>
      <p:sp>
        <p:nvSpPr>
          <p:cNvPr id="4" name="Tekst: [Dopisz: jedno zdanie na pożegnanie albo"/>
          <p:cNvSpPr txBox="1"/>
          <p:nvPr/>
        </p:nvSpPr>
        <p:spPr>
          <a:xfrm>
            <a:off x="864000" y="2664000"/>
            <a:ext cx="7920000" cy="900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2800"/>
              </a:lnSpc>
            </a:pPr>
            <a:r>
              <a:rPr sz="2000" b="0" i="0">
                <a:solidFill>
                  <a:schemeClr val="accent5">
                    <a:lumMod val="70000"/>
                  </a:schemeClr>
                </a:solidFill>
                <a:latin typeface="+mn-lt"/>
              </a:rPr>
              <a:t>[Dopisz: jedno zdanie na pożegnanie albo następny krok]</a:t>
            </a:r>
          </a:p>
        </p:txBody>
      </p:sp>
      <p:pic>
        <p:nvPicPr>
          <p:cNvPr id="5" name="Logo marki" descr="logo_white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00" y="5418000"/>
            <a:ext cx="1368000" cy="1008900"/>
          </a:xfrm>
          <a:prstGeom prst="rect">
            <a:avLst/>
          </a:prstGeom>
        </p:spPr>
      </p:pic>
      <p:sp>
        <p:nvSpPr>
          <p:cNvPr id="6" name="Tekst: [Dopisz: imię i nazwisko · telefon · e-m"/>
          <p:cNvSpPr txBox="1"/>
          <p:nvPr/>
        </p:nvSpPr>
        <p:spPr>
          <a:xfrm>
            <a:off x="2952000" y="5598000"/>
            <a:ext cx="8592000" cy="7200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ts val="2400"/>
              </a:lnSpc>
            </a:pPr>
            <a:r>
              <a:rPr sz="1600" b="0" i="0">
                <a:solidFill>
                  <a:schemeClr val="bg1"/>
                </a:solidFill>
                <a:latin typeface="+mn-lt"/>
              </a:rPr>
              <a:t>[Dopisz: imię i nazwisko · telefon · e-mail]</a:t>
            </a:r>
          </a:p>
        </p:txBody>
      </p:sp>
      <p:sp>
        <p:nvSpPr>
          <p:cNvPr id="7" name="OPIS - poza slajdem (niewidoczny w pokazie)"/>
          <p:cNvSpPr/>
          <p:nvPr/>
        </p:nvSpPr>
        <p:spPr>
          <a:xfrm>
            <a:off x="12408000" y="144000"/>
            <a:ext cx="3060000" cy="324000"/>
          </a:xfrm>
          <a:prstGeom prst="roundRect">
            <a:avLst>
              <a:gd name="adj" fmla="val 30000"/>
            </a:avLst>
          </a:prstGeom>
          <a:solidFill>
            <a:srgbClr val="FFD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kst: SLAJD 07 - do czego służy"/>
          <p:cNvSpPr txBox="1"/>
          <p:nvPr/>
        </p:nvSpPr>
        <p:spPr>
          <a:xfrm>
            <a:off x="12552000" y="144000"/>
            <a:ext cx="288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+mn-lt"/>
              </a:rPr>
              <a:t>SLAJD 07 - do czego służy</a:t>
            </a:r>
          </a:p>
        </p:txBody>
      </p:sp>
      <p:sp>
        <p:nvSpPr>
          <p:cNvPr id="9" name="OPIS - tresc"/>
          <p:cNvSpPr/>
          <p:nvPr/>
        </p:nvSpPr>
        <p:spPr>
          <a:xfrm>
            <a:off x="12408000" y="522000"/>
            <a:ext cx="3060000" cy="1011900"/>
          </a:xfrm>
          <a:prstGeom prst="roundRect">
            <a:avLst>
              <a:gd name="adj" fmla="val 6000"/>
            </a:avLst>
          </a:prstGeom>
          <a:solidFill>
            <a:srgbClr val="FFF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kst: ZAKOŃCZENIE: podziękowanie i dane do kon"/>
          <p:cNvSpPr txBox="1"/>
          <p:nvPr/>
        </p:nvSpPr>
        <p:spPr>
          <a:xfrm>
            <a:off x="12552000" y="666000"/>
            <a:ext cx="2772000" cy="1011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1F1F1F"/>
                </a:solidFill>
                <a:latin typeface="+mn-lt"/>
              </a:rPr>
              <a:t>ZAKOŃCZENIE: podziękowanie i dane do kontaktu albo następny krok. Dopisz je w nawiasach.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Dobra Kaloria - sklep">
      <a:dk1>
        <a:srgbClr val="3B2A20"/>
      </a:dk1>
      <a:lt1>
        <a:srgbClr val="FFFFFF"/>
      </a:lt1>
      <a:dk2>
        <a:srgbClr val="0F763E"/>
      </a:dk2>
      <a:lt2>
        <a:srgbClr val="FFFFFF"/>
      </a:lt2>
      <a:accent1>
        <a:srgbClr val="0F763E"/>
      </a:accent1>
      <a:accent2>
        <a:srgbClr val="DA272D"/>
      </a:accent2>
      <a:accent3>
        <a:srgbClr val="FDF8EC"/>
      </a:accent3>
      <a:accent4>
        <a:srgbClr val="E9F2EC"/>
      </a:accent4>
      <a:accent5>
        <a:srgbClr val="AD8767"/>
      </a:accent5>
      <a:accent6>
        <a:srgbClr val="FFD42A"/>
      </a:accent6>
      <a:hlink>
        <a:srgbClr val="0F763E"/>
      </a:hlink>
      <a:folHlink>
        <a:srgbClr val="AD8767"/>
      </a:folHlink>
    </a:clrScheme>
    <a:fontScheme name="Dobra Kaloria">
      <a:majorFont>
        <a:latin typeface="Mindset"/>
        <a:ea typeface=""/>
        <a:cs typeface=""/>
      </a:majorFont>
      <a:minorFont>
        <a:latin typeface="Lato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6867396-5431-4086-94b1-a83fd19b5488" xsi:nil="true"/>
    <lcf76f155ced4ddcb4097134ff3c332f xmlns="94b33eb7-cd84-442f-b122-2f648911b0a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9F761B32350A64EBEC78F2CCFC18C5D" ma:contentTypeVersion="13" ma:contentTypeDescription="Utwórz nowy dokument." ma:contentTypeScope="" ma:versionID="608b8f8d4f5073d701748d7a6747c81d">
  <xsd:schema xmlns:xsd="http://www.w3.org/2001/XMLSchema" xmlns:xs="http://www.w3.org/2001/XMLSchema" xmlns:p="http://schemas.microsoft.com/office/2006/metadata/properties" xmlns:ns2="d6867396-5431-4086-94b1-a83fd19b5488" xmlns:ns3="94b33eb7-cd84-442f-b122-2f648911b0a7" targetNamespace="http://schemas.microsoft.com/office/2006/metadata/properties" ma:root="true" ma:fieldsID="050a7089316fcb85d8f2259e6aaea14d" ns2:_="" ns3:_="">
    <xsd:import namespace="d6867396-5431-4086-94b1-a83fd19b5488"/>
    <xsd:import namespace="94b33eb7-cd84-442f-b122-2f648911b0a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867396-5431-4086-94b1-a83fd19b548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cf7dbd2-b589-4601-b95c-d39c999dd6a3}" ma:internalName="TaxCatchAll" ma:showField="CatchAllData" ma:web="d6867396-5431-4086-94b1-a83fd19b54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33eb7-cd84-442f-b122-2f648911b0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Tagi obrazów" ma:readOnly="false" ma:fieldId="{5cf76f15-5ced-4ddc-b409-7134ff3c332f}" ma:taxonomyMulti="true" ma:sspId="2fd26a8e-1c70-4d17-9cd2-54b27e6576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FB45FE-990D-41E1-A6D4-781B0EEB19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36A581-BEFF-4B9F-99CC-87FDFAC9D739}">
  <ds:schemaRefs>
    <ds:schemaRef ds:uri="http://schemas.microsoft.com/office/2006/metadata/properties"/>
    <ds:schemaRef ds:uri="http://schemas.microsoft.com/office/infopath/2007/PartnerControls"/>
    <ds:schemaRef ds:uri="9d6cbd33-be71-4b15-99ec-0752042eaaae"/>
    <ds:schemaRef ds:uri="d6867396-5431-4086-94b1-a83fd19b5488"/>
    <ds:schemaRef ds:uri="94b33eb7-cd84-442f-b122-2f648911b0a7"/>
  </ds:schemaRefs>
</ds:datastoreItem>
</file>

<file path=customXml/itemProps3.xml><?xml version="1.0" encoding="utf-8"?>
<ds:datastoreItem xmlns:ds="http://schemas.openxmlformats.org/officeDocument/2006/customXml" ds:itemID="{C9F51E23-2C4C-49DC-9EA1-2872BBF7C2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867396-5431-4086-94b1-a83fd19b5488"/>
    <ds:schemaRef ds:uri="94b33eb7-cd84-442f-b122-2f648911b0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20502</TotalTime>
  <Words>56</Words>
  <Application>Microsoft Office PowerPoint</Application>
  <PresentationFormat>Panoramiczny</PresentationFormat>
  <Paragraphs>19</Paragraphs>
  <Slides>5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11" baseType="lpstr">
      <vt:lpstr>Mindset</vt:lpstr>
      <vt:lpstr>Calibri</vt:lpstr>
      <vt:lpstr>Arial</vt:lpstr>
      <vt:lpstr>Calibri Light</vt:lpstr>
      <vt:lpstr>Mindset Slim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601579800</dc:creator>
  <cp:lastModifiedBy>Kinga Urbańska</cp:lastModifiedBy>
  <cp:revision>215</cp:revision>
  <dcterms:created xsi:type="dcterms:W3CDTF">2019-03-12T13:50:45Z</dcterms:created>
  <dcterms:modified xsi:type="dcterms:W3CDTF">2026-08-10T08:22:05Z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0x01010029F761B32350A64EBEC78F2CCFC18C5D</vt:lpwstr>
  </property>
</Properties>
</file>