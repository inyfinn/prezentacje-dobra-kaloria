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charts/chart1.xml" ContentType="application/vnd.openxmlformats-officedocument.drawingml.chart+xml"/>
  <Override PartName="/ppt/notesSlides/notesSlide53.xml" ContentType="application/vnd.openxmlformats-officedocument.presentationml.notesSlide+xml"/>
  <Override PartName="/ppt/charts/chart2.xml" ContentType="application/vnd.openxmlformats-officedocument.drawingml.chart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4"/>
  </p:sldMasterIdLst>
  <p:notesMasterIdLst>
    <p:notesMasterId r:id="rId65"/>
  </p:notesMasterIdLst>
  <p:sldIdLst>
    <p:sldId id="297" r:id="rId5"/>
    <p:sldId id="298" r:id="rId6"/>
    <p:sldId id="299" r:id="rId7"/>
    <p:sldId id="300" r:id="rId8"/>
    <p:sldId id="301" r:id="rId9"/>
    <p:sldId id="302" r:id="rId10"/>
    <p:sldId id="303" r:id="rId11"/>
    <p:sldId id="304" r:id="rId12"/>
    <p:sldId id="305" r:id="rId13"/>
    <p:sldId id="306" r:id="rId14"/>
    <p:sldId id="307" r:id="rId15"/>
    <p:sldId id="308" r:id="rId16"/>
    <p:sldId id="309" r:id="rId17"/>
    <p:sldId id="310" r:id="rId18"/>
    <p:sldId id="311" r:id="rId19"/>
    <p:sldId id="312" r:id="rId20"/>
    <p:sldId id="313" r:id="rId21"/>
    <p:sldId id="314" r:id="rId22"/>
    <p:sldId id="315" r:id="rId23"/>
    <p:sldId id="316" r:id="rId24"/>
    <p:sldId id="317" r:id="rId25"/>
    <p:sldId id="318" r:id="rId26"/>
    <p:sldId id="319" r:id="rId27"/>
    <p:sldId id="320" r:id="rId28"/>
    <p:sldId id="321" r:id="rId29"/>
    <p:sldId id="322" r:id="rId30"/>
    <p:sldId id="323" r:id="rId31"/>
    <p:sldId id="324" r:id="rId32"/>
    <p:sldId id="325" r:id="rId33"/>
    <p:sldId id="326" r:id="rId34"/>
    <p:sldId id="327" r:id="rId35"/>
    <p:sldId id="328" r:id="rId36"/>
    <p:sldId id="329" r:id="rId37"/>
    <p:sldId id="330" r:id="rId38"/>
    <p:sldId id="331" r:id="rId39"/>
    <p:sldId id="332" r:id="rId40"/>
    <p:sldId id="333" r:id="rId41"/>
    <p:sldId id="334" r:id="rId42"/>
    <p:sldId id="335" r:id="rId43"/>
    <p:sldId id="336" r:id="rId44"/>
    <p:sldId id="337" r:id="rId45"/>
    <p:sldId id="338" r:id="rId46"/>
    <p:sldId id="339" r:id="rId47"/>
    <p:sldId id="340" r:id="rId48"/>
    <p:sldId id="341" r:id="rId49"/>
    <p:sldId id="342" r:id="rId50"/>
    <p:sldId id="343" r:id="rId51"/>
    <p:sldId id="344" r:id="rId52"/>
    <p:sldId id="345" r:id="rId53"/>
    <p:sldId id="346" r:id="rId54"/>
    <p:sldId id="347" r:id="rId55"/>
    <p:sldId id="348" r:id="rId56"/>
    <p:sldId id="349" r:id="rId57"/>
    <p:sldId id="350" r:id="rId58"/>
    <p:sldId id="351" r:id="rId59"/>
    <p:sldId id="352" r:id="rId60"/>
    <p:sldId id="353" r:id="rId61"/>
    <p:sldId id="354" r:id="rId62"/>
    <p:sldId id="355" r:id="rId63"/>
    <p:sldId id="356" r:id="rId64"/>
  </p:sldIdLst>
  <p:sldSz cx="12192000" cy="6858000"/>
  <p:notesSz cx="6858000" cy="9144000"/>
  <p:embeddedFontLst>
    <p:embeddedFont>
      <p:font typeface="Lato" panose="020F0502020204030203" pitchFamily="34" charset="0"/>
      <p:regular r:id="rId66"/>
      <p:bold r:id="rId67"/>
      <p:italic r:id="rId68"/>
      <p:boldItalic r:id="rId69"/>
    </p:embeddedFont>
    <p:embeddedFont>
      <p:font typeface="Mindset" panose="02000503000000000000" pitchFamily="50" charset="0"/>
      <p:regular r:id="rId70"/>
    </p:embeddedFont>
  </p:embeddedFontLst>
  <p:defaultTextStyle>
    <a:defPPr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strukcja" id="{D14D3369-A550-47CA-872E-D9262B75EFB2}">
          <p14:sldIdLst>
            <p14:sldId id="297"/>
            <p14:sldId id="298"/>
          </p14:sldIdLst>
        </p14:section>
        <p14:section name="Powitanie" id="{C9CA80F5-A568-45A0-8A65-AFD34D2A2D2A}">
          <p14:sldIdLst>
            <p14:sldId id="299"/>
            <p14:sldId id="300"/>
            <p14:sldId id="301"/>
            <p14:sldId id="302"/>
            <p14:sldId id="303"/>
            <p14:sldId id="304"/>
            <p14:sldId id="305"/>
          </p14:sldIdLst>
        </p14:section>
        <p14:section name="Struktura i tekst" id="{0DE47913-45D4-45F7-8E78-9CF396043FF6}">
          <p14:sldIdLst>
            <p14:sldId id="306"/>
            <p14:sldId id="307"/>
            <p14:sldId id="308"/>
            <p14:sldId id="309"/>
            <p14:sldId id="310"/>
            <p14:sldId id="311"/>
            <p14:sldId id="312"/>
            <p14:sldId id="313"/>
            <p14:sldId id="314"/>
            <p14:sldId id="315"/>
            <p14:sldId id="316"/>
            <p14:sldId id="317"/>
          </p14:sldIdLst>
        </p14:section>
        <p14:section name="Tekst i grafika" id="{2DF998AE-212F-430E-BD9A-6A0AC25CBB8A}">
          <p14:sldIdLst>
            <p14:sldId id="318"/>
            <p14:sldId id="319"/>
            <p14:sldId id="320"/>
            <p14:sldId id="321"/>
            <p14:sldId id="322"/>
            <p14:sldId id="323"/>
            <p14:sldId id="324"/>
            <p14:sldId id="325"/>
          </p14:sldIdLst>
        </p14:section>
        <p14:section name="Produkt" id="{AB8B25A8-2567-45C1-8CEE-BE1CB3728D53}">
          <p14:sldIdLst>
            <p14:sldId id="326"/>
            <p14:sldId id="327"/>
            <p14:sldId id="328"/>
            <p14:sldId id="329"/>
            <p14:sldId id="330"/>
            <p14:sldId id="331"/>
            <p14:sldId id="332"/>
          </p14:sldIdLst>
        </p14:section>
        <p14:section name="Dane" id="{194A295E-2968-4764-83BF-F6FB060C8965}">
          <p14:sldIdLst>
            <p14:sldId id="333"/>
            <p14:sldId id="334"/>
            <p14:sldId id="335"/>
            <p14:sldId id="336"/>
            <p14:sldId id="337"/>
            <p14:sldId id="338"/>
            <p14:sldId id="339"/>
          </p14:sldIdLst>
        </p14:section>
        <p14:section name="Handel" id="{5DB84AAC-8D53-4B44-99B6-4FED01022F8F}">
          <p14:sldIdLst>
            <p14:sldId id="340"/>
            <p14:sldId id="341"/>
            <p14:sldId id="342"/>
            <p14:sldId id="343"/>
          </p14:sldIdLst>
        </p14:section>
        <p14:section name="Multimedia i specjalne" id="{5390748F-692B-4C78-AAD6-B21A26575D61}">
          <p14:sldIdLst>
            <p14:sldId id="344"/>
            <p14:sldId id="345"/>
            <p14:sldId id="346"/>
            <p14:sldId id="347"/>
            <p14:sldId id="348"/>
            <p14:sldId id="349"/>
            <p14:sldId id="350"/>
            <p14:sldId id="351"/>
            <p14:sldId id="352"/>
            <p14:sldId id="353"/>
            <p14:sldId id="354"/>
          </p14:sldIdLst>
        </p14:section>
        <p14:section name="Zakończenie" id="{0276323E-9797-48B4-83FC-4A5DABC519D4}">
          <p14:sldIdLst>
            <p14:sldId id="355"/>
            <p14:sldId id="35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400"/>
    <a:srgbClr val="084C1D"/>
    <a:srgbClr val="109439"/>
    <a:srgbClr val="005900"/>
    <a:srgbClr val="15C54B"/>
    <a:srgbClr val="0C722C"/>
    <a:srgbClr val="0B6527"/>
    <a:srgbClr val="17CF50"/>
    <a:srgbClr val="0E782F"/>
    <a:srgbClr val="DDC7AC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3E0E5E7-940F-669D-B075-16C696C01920}" v="8" dt="2024-08-19T06:30:06.75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 pośredni 2 — Ak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Bez stylu, bez siatki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034" autoAdjust="0"/>
  </p:normalViewPr>
  <p:slideViewPr>
    <p:cSldViewPr snapToGrid="0" snapToObjects="1">
      <p:cViewPr varScale="1">
        <p:scale>
          <a:sx n="66" d="100"/>
          <a:sy n="66" d="100"/>
        </p:scale>
        <p:origin x="40" y="1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font" Target="fonts/font3.fntdata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openxmlformats.org/officeDocument/2006/relationships/font" Target="fonts/font1.fntdata"/><Relationship Id="rId74" Type="http://schemas.openxmlformats.org/officeDocument/2006/relationships/tableStyles" Target="tableStyles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font" Target="fonts/font4.fntdata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viewProps" Target="viewProps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font" Target="fonts/font2.fntdata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font" Target="fonts/font5.fntdata"/><Relationship Id="rId75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notesMaster" Target="notesMasters/notesMaster1.xml"/><Relationship Id="rId73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microsoft.com/office/2015/10/relationships/revisionInfo" Target="revisionInfo.xml"/><Relationship Id="rId7" Type="http://schemas.openxmlformats.org/officeDocument/2006/relationships/slide" Target="slides/slide3.xml"/><Relationship Id="rId71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fia Pęczkowska" userId="S::zofia.peczkowska@kubara.net::5f1ad3d1-b666-4d7a-8780-8a91f97105a7" providerId="AD" clId="Web-{63E0E5E7-940F-669D-B075-16C696C01920}"/>
    <pc:docChg chg="modSld">
      <pc:chgData name="Zofia Pęczkowska" userId="S::zofia.peczkowska@kubara.net::5f1ad3d1-b666-4d7a-8780-8a91f97105a7" providerId="AD" clId="Web-{63E0E5E7-940F-669D-B075-16C696C01920}" dt="2024-08-19T06:30:06.752" v="3" actId="20577"/>
      <pc:docMkLst>
        <pc:docMk/>
      </pc:docMkLst>
      <pc:sldChg chg="modSp">
        <pc:chgData name="Zofia Pęczkowska" userId="S::zofia.peczkowska@kubara.net::5f1ad3d1-b666-4d7a-8780-8a91f97105a7" providerId="AD" clId="Web-{63E0E5E7-940F-669D-B075-16C696C01920}" dt="2024-08-19T06:30:06.752" v="3" actId="20577"/>
        <pc:sldMkLst>
          <pc:docMk/>
          <pc:sldMk cId="1373285483" sldId="294"/>
        </pc:sldMkLst>
        <pc:spChg chg="mod">
          <ac:chgData name="Zofia Pęczkowska" userId="S::zofia.peczkowska@kubara.net::5f1ad3d1-b666-4d7a-8780-8a91f97105a7" providerId="AD" clId="Web-{63E0E5E7-940F-669D-B075-16C696C01920}" dt="2024-08-19T06:30:06.752" v="3" actId="20577"/>
          <ac:spMkLst>
            <pc:docMk/>
            <pc:sldMk cId="1373285483" sldId="294"/>
            <ac:spMk id="11" creationId="{63E33206-185F-B9AF-3C8A-9B3976D9B386}"/>
          </ac:spMkLst>
        </pc:sp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l-PL"/>
  <c:roundedCorners val="0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Udział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90C2-41A8-8F1E-6347EAB701D5}"/>
              </c:ext>
            </c:extLst>
          </c:dPt>
          <c:dPt>
            <c:idx val="1"/>
            <c:bubble3D val="0"/>
            <c:spPr>
              <a:solidFill>
                <a:schemeClr val="accent5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90C2-41A8-8F1E-6347EAB701D5}"/>
              </c:ext>
            </c:extLst>
          </c:dPt>
          <c:dPt>
            <c:idx val="2"/>
            <c:bubble3D val="0"/>
            <c:spPr>
              <a:solidFill>
                <a:schemeClr val="accent5">
                  <a:lumMod val="70000"/>
                </a:schemeClr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5-90C2-41A8-8F1E-6347EAB701D5}"/>
              </c:ext>
            </c:extLst>
          </c:dPt>
          <c:cat>
            <c:strRef>
              <c:f>Sheet1!$A$2:$A$4</c:f>
              <c:strCache>
                <c:ptCount val="3"/>
                <c:pt idx="0">
                  <c:v>[Kategoria 1]</c:v>
                </c:pt>
                <c:pt idx="1">
                  <c:v>[Kategoria 2]</c:v>
                </c:pt>
                <c:pt idx="2">
                  <c:v>[Kategoria 3]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55</c:v>
                </c:pt>
                <c:pt idx="1">
                  <c:v>25</c:v>
                </c:pt>
                <c:pt idx="2">
                  <c:v>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0C2-41A8-8F1E-6347EAB701D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8"/>
      </c:doughnutChart>
    </c:plotArea>
    <c:plotVisOnly val="1"/>
    <c:dispBlanksAs val="gap"/>
    <c:showDLblsOverMax val="0"/>
  </c:chart>
  <c:txPr>
    <a:bodyPr/>
    <a:lstStyle/>
    <a:p>
      <a:pPr>
        <a:defRPr sz="1200">
          <a:solidFill>
            <a:schemeClr val="accent5">
              <a:lumMod val="70000"/>
            </a:schemeClr>
          </a:solidFill>
          <a:latin typeface="Lato"/>
        </a:defRPr>
      </a:pPr>
      <a:endParaRPr lang="pl-PL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l-PL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[Seria]</c:v>
                </c:pt>
              </c:strCache>
            </c:strRef>
          </c:tx>
          <c:spPr>
            <a:solidFill>
              <a:schemeClr val="accent1"/>
            </a:solidFill>
          </c:spPr>
          <c:invertIfNegative val="1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1"/>
                </a:pPr>
                <a:endParaRPr lang="pl-P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[Mies. 1]</c:v>
                </c:pt>
                <c:pt idx="1">
                  <c:v>[Mies. 2]</c:v>
                </c:pt>
                <c:pt idx="2">
                  <c:v>[Mies. 3]</c:v>
                </c:pt>
                <c:pt idx="3">
                  <c:v>[Mies. 4]</c:v>
                </c:pt>
                <c:pt idx="4">
                  <c:v>[Mies. 5]</c:v>
                </c:pt>
                <c:pt idx="5">
                  <c:v>[Mies. 6]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20</c:v>
                </c:pt>
                <c:pt idx="1">
                  <c:v>28</c:v>
                </c:pt>
                <c:pt idx="2">
                  <c:v>35</c:v>
                </c:pt>
                <c:pt idx="3">
                  <c:v>41</c:v>
                </c:pt>
                <c:pt idx="4">
                  <c:v>52</c:v>
                </c:pt>
                <c:pt idx="5">
                  <c:v>60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14F2-4471-A66D-61FE0BB932BD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/>
            </a:pPr>
            <a:endParaRPr lang="pl-PL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300">
          <a:solidFill>
            <a:schemeClr val="accent5">
              <a:lumMod val="70000"/>
            </a:schemeClr>
          </a:solidFill>
          <a:latin typeface="Lato"/>
        </a:defRPr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nagłówka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3" name="Symbol zastępczy daty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5148031-D91F-405C-98BF-B6896DD6FD5A}" type="datetimeFigureOut">
              <a:rPr lang="pl-PL" smtClean="0"/>
              <a:t>29.09.2026</a:t>
            </a:fld>
            <a:endParaRPr lang="pl-PL"/>
          </a:p>
        </p:txBody>
      </p:sp>
      <p:sp>
        <p:nvSpPr>
          <p:cNvPr id="4" name="Symbol zastępczy obrazu slajd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l-PL"/>
          </a:p>
        </p:txBody>
      </p:sp>
      <p:sp>
        <p:nvSpPr>
          <p:cNvPr id="5" name="Symbol zastępczy notatek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6FF193-BD7D-4658-B8C7-D067F9A48DDC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2056826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Instrukcja szablonu - slajd UKRYTY (nie pokazuje się w pokazie). Usuń go przed wysłaniem.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Instrukcja cz. 2: film z zaokrąglonymi rogami i nazwy obiektów - slajd UKRYTY. Usuń go przed wysłaniem.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Powitanie Z PRODUKTEM, wariant 4 (wzór z 29.09): duże logo na zieleni, 'NOWOŚĆ' i nazwa zielonym i czarnym Mindsetem, pod spodem cała linia (3 paczki). Najlepsze wejście dla nowej linii smaków.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Powitanie Z PRODUKTEM, wariant 1: paczka na granicy zieleni i tła. Najmocniejsze wejście dla nowości. Podmień packshot (prawy klik &gt; Zmień obraz) i elementy smaku.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Powitanie Z PRODUKTEM, wariant 2: tytuł biały na zieleni, paczka po jasnej stronie. Dobre do prezentacji dla sieci handlowej.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Powitanie Z PRODUKTEM, wariant 3: klasyczny podział 50/50 jak dawny wzór (duże logo na środku zieleni). Najbezpieczniejszy wybór.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Powitanie BEZ PRODUKTU, wariant 1: podział 50/50 z logo. Spotkania, raporty, prezentacje firmowe.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Powitanie BEZ PRODUKTU, wariant 2: cała zieleń marki, duży biały tytuł, drobne owoce przy krawędzi. Na otwarcie konferencji, szkolenia, eventu.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Powitanie BEZ PRODUKTU, wariant 3: jasne tło, zielony pas z logo, bardzo duży tytuł. Raporty, podsumowania kwartału, prezentacje wewnętrzne.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Agenda / spis treści: 3-8 punktów. Od 5 punktów układ sam dzieli się na dwie kolumny.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Przerywnik rozdziału - ciemny. Rozdziela główne części prezentacji; daje oddech między slajdami z treścią.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Przerywnik rozdziału - jasny z dużym numerem. Alternatywa dla ciemnego; nie używaj obu naprzemiennie.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Wstęp: duży akapit otwierający (2-3 zdania) + trzy krótkie rozwinięcia. Na początek prezentacji albo rozdziału.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Tekst krótki: jedno zdanie-hasło na środku slajdu. Do mocnej tezy, wniosku albo cytatu z badania.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Tekst długi: dwie kolumny akapitów, maksymalnie ok. 180 słów. Opis rynku, historii, strategii.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AKAPIT W KARCIE (wzór z 29.09, 'Dlaczego warto dbać o błonnik'): tytuł-pytanie i 1-3 akapity edukacyjne w kremowej karcie, drobne owoce przy krawędziach. Tekst sam się zmniejszy, gdy nie zmieści się w karcie.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Punkty: 3-6 haseł z krótkim rozwinięciem. Klasyczna lista zalet, warunków, ustaleń.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Punkty + zdjęcie po prawej. Gdy lista potrzebuje kontekstu wizualnego (np. półka, event).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Kroki / proces: 3-5 etapów w kolejności (wdrożenie, zamówienie, kampania).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Cytat / opinia: klient, partner, konsument, influencer. Zawsze z autorem.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Dwie kolumny - porównanie: 'dziś' kontra 'nasza propozycja'. Prawa kolumna jest wyróżniona.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Tekst po lewej, ZDJĘCIE po prawej (do krawędzi). Opis produktu, kampanii, eventu.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ZDJĘCIE po lewej, tekst po prawej. Lustrzane odbicie poprzedniego - używaj na zmianę dla rytmu.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Tekst po lewej, PRODUKT po prawej (na kremowym tle z drobnymi elementami smaku).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Lista zalet z ikonami + ZDJĘCIE w zaokrąglonej karcie (jak 'Lecimy w kulki!' w sklepie). 3-4 pozycje; ikony z assets/icons (Lucide).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Tylko grafika: zdjęcie na cały slajd + karta z podpisem. Kadr z kampanii, półka w sklepie, event.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Tylko grafika bez podpisu. Na zdjęcie, które mówi samo za siebie.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Galeria 3 zdjęć z podpisami (półki, POS, materiały).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Galeria 6 zdjęć (2 x 3): relacja z eventu, materiały od twórców, zdjęcia ekspozycji.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Anatomia produktu: paczka w centrum, 4 claimy wokół. Główny slajd produktowy.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Lista zalet z ikonami + PRODUKT w kremowej karcie (styl sklepu). Najlepszy slajd 'dlaczego ten produkt' - claimy z karty wprowadzenia, każdy z ikoną.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Siatka ikon (jak 'Skład produktu' w sklepie): 3-6 cech z ikoną, zielonym nagłówkiem i opisem. Skład, oświadczenia żywieniowe, wartości marki.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Karta smaku: jeden smak na slajd - nazwa, opis z karty, 3 twarde dane, EAN. Tło w odcieniu smaku (kolor wpisany na stałe, nie z motywu).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Linia produktów / portfolio: 2-4 SKU obok siebie - packshot, nazwa, metka z gramaturą (bez znaczków i opisów, jak w wersji z 29.09). Znaczek NOWOŚĆ / opis dodasz w specu polami badge / 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Wartości odżywcze: packshot + tabela 100 g / opakowanie przepisana z karty wprowadzenia.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Zalety jako zielone kafle (jak sekcja 'Zalety naszych produktów' w sklepie). 3-4 claimy z obrazkiem.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Liczba-bohater: jedna duża liczba + opis + 1-2 liczby pomocnicze. Najważniejszy wynik.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KPI: 3-4 wskaźniki obok siebie. Jeden można wyróżnić (highlight).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Wykres słupkowy poziomy: 3-7 pozycji. Długość słupka zmienisz szerokością kształtu; liczba to tekst.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Dwie grupy obok siebie (segmenty, kanały, regiony), w każdej 2-4 wyniki.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 kontra B jednym paskiem: preferencja, udział, podział głosów. Długość paska zmienisz ręcznie.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Tabela: asortyment, cennik, indeksy. Liczby same wyrównują się do prawej.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Oś czasu: 3-6 etapów (wprowadzenie produktu, plan kampanii). Wypełnione kółko = bieżący etap.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Argumenty dla handlu: 3-4 powody, żeby wprowadzić produkt. Pierwsza karta wyróżniona.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Logistyka / fakty: siatka 4-8 kart wartość + etykieta (karton, paleta, termin, przechowywanie).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Karty ze zdjęciem: wsparcie marketingowe, materiały POS, kanały komunikacji.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Osoba kontaktowa: zdjęcie, imię, rola, telefon, e-mail. Na koniec spotkania handlowego.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FILM na cały slajd: spot, film produktowy, relacja z eventu. W pokazie film odtworzy się po kliknięciu. Wstaw: Wstawianie &gt; Wideo &gt; To urządzenie, rozciągnij na cały slajd, usuń przykładową miniaturę. Film z YouTube: prawy klik &gt; Edytuj link.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CLAIM + FILM (wzór z 29.09, 'Co dobrego w kreatynie'): po lewej element produktu, zielony claim i opis; po prawej tytuł i film YouTube (zaokrąglona miniatura, play, podpis) - w pokazie klik otwiera film. Swój film: prawy klik &gt; Edytuj link na miniaturze, przycisku i podpisie; miniatura: Zmień obraz.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FILM + TEKST: film 16:9 w zaokrąglonej ramce po prawej, opis i punkty po lewej. Gdy film trzeba skomentować (kampania, proces produkcji, reklama). Swój film: Edytuj link (YouTube) albo wstaw mp4 i Malarz formatów z miniatury na film - rogi się przeniosą.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PRZED / PO: dwa zdjęcia obok siebie (półka przed i po wprowadzeniu, stare i nowe opakowanie, ekspozycja). Znaczki 'Przed' / 'Po' możesz przepisać.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Wykres PIERŚCIENIOWY (udział, struktura sprzedaży, podział grupy). EDYTOWALNY: prawy klik na wykresie &gt; Edytuj dane. Liczbę w środku wpisz ręcznie.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Wykres KOLUMNOWY - trend w czasie (sprzedaż, dystrybucja, zasięg). EDYTOWALNY: prawy klik &gt; Edytuj dane - wpisz swoje miesiące i wartości.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CENA I MARŻA dla handlu: produkt, rekomendowana cena detaliczna w metce, 4 karty warunków.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PORÓWNANIE z konkurencją / innymi produktami: cechy w wierszach, ✓ lub ✗. Pierwsza kolumna (nasz produkt) jest wyróżniona. Ikonę ✓/✗ zmienisz kopiując z innej komórki.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OKAZJE SPOŻYCIA / momenty dnia: kiedy i po co sięgnąć po produkt (4 momenty z ikonami).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SOCIAL MEDIA: 3 telefony z postami / reelsami kampanii; pod każdym kanał i wynik. Zrzuty ekranu podmień: prawy klik &gt; Zmień obraz.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NASTĘPNE KROKI: checklista ustaleń po spotkaniu - zadanie, kto, termin. Zaznaczony kwadrat = zrobione (skopiuj ikonę z pierwszego wiersza).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Zakończenie: zieleń marki, logo, #zawszedobra. Standardowy ostatni slajd.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Zakończenie z podziękowaniem i kontaktem. Gdy chcesz zostawić dane na ekranie podczas rozmowy.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C0FF5DE4-334F-104E-8748-D8808A090A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C1E5CAFF-2E0A-C846-8224-042C7BDCD3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l-PL"/>
              <a:t>Kliknij, aby edytować styl wzorca podtytułu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66C83C6D-E05E-2B44-B94F-C52AF398C8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D52E5-11DB-CA46-8351-A203D1848BF8}" type="datetimeFigureOut">
              <a:rPr lang="pl-PL" smtClean="0"/>
              <a:t>29.09.2026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D6F8BB67-9AD4-0E46-9C12-8B7397FDC6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D101461B-2B64-814F-9896-D805EC50F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C5F518-06B9-B641-8B79-77076623FB04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540783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708DEA18-2296-C249-8013-0D5450FB44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756F0467-CCF4-1143-B465-785D66BF55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/>
              <a:t>Edytuj style wzorca tekstu
Drugi poziom
Trzeci poziom
Czwarty poziom
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9168C02F-6AF6-C249-8636-0C0A2C7066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D52E5-11DB-CA46-8351-A203D1848BF8}" type="datetimeFigureOut">
              <a:rPr lang="pl-PL" smtClean="0"/>
              <a:t>29.09.2026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E172FADE-1F3B-B642-BDA0-AC9E28AAD0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73AEA7E4-71D5-FB49-8E38-E0F88BADA6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C5F518-06B9-B641-8B79-77076623FB04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0914680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A33D3DBE-649E-5345-80E4-84E25688BF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8891EC82-2D6D-E54A-8337-42EC0D0BF7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l-PL"/>
              <a:t>Edytuj style wzorca tekstu
Drugi poziom
Trzeci poziom
Czwarty poziom
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E97CE667-4275-0547-8711-E21E09D256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D52E5-11DB-CA46-8351-A203D1848BF8}" type="datetimeFigureOut">
              <a:rPr lang="pl-PL" smtClean="0"/>
              <a:t>29.09.2026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51AA827D-4BD1-4749-B65A-BC134A8B7E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6C54238D-3DEB-F84F-83CF-B373589499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C5F518-06B9-B641-8B79-77076623FB04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6939134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1C916C13-C482-824D-ABE7-4A127533A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11A57628-28A5-8A4A-9F5E-7DAAC04125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r>
              <a:rPr lang="pl-PL"/>
              <a:t>Edytuj style wzorca tekstu
Drugi poziom
Trzeci poziom
Czwarty poziom
Piąty poziom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D561B881-917D-554F-8E61-6C7EAD4D30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r>
              <a:rPr lang="pl-PL"/>
              <a:t>Edytuj style wzorca tekstu
Drugi poziom
Trzeci poziom
Czwarty poziom
Piąty poziom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4AA003C7-854B-2D40-8355-D3E4700016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D52E5-11DB-CA46-8351-A203D1848BF8}" type="datetimeFigureOut">
              <a:rPr lang="pl-PL" smtClean="0"/>
              <a:t>29.09.2026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3FDD7DA7-339A-E74D-871F-C8986DFB2E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982A2852-C75B-F740-A905-AE691D0E80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C5F518-06B9-B641-8B79-77076623FB04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3573658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A2A25790-BEA7-534C-9F11-28E13E985B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5FAC673F-FBB7-CC40-BAAE-52CF62ECF8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pl-PL"/>
              <a:t>Edytuj style wzorca tekstu
Drugi poziom
Trzeci poziom
Czwarty poziom
Piąty poziom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C14F7F8A-958C-F945-8BB3-D66AE11C14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r>
              <a:rPr lang="pl-PL"/>
              <a:t>Edytuj style wzorca tekstu
Drugi poziom
Trzeci poziom
Czwarty poziom
Piąty poziom</a:t>
            </a:r>
          </a:p>
        </p:txBody>
      </p:sp>
      <p:sp>
        <p:nvSpPr>
          <p:cNvPr id="5" name="Symbol zastępczy tekstu 4">
            <a:extLst>
              <a:ext uri="{FF2B5EF4-FFF2-40B4-BE49-F238E27FC236}">
                <a16:creationId xmlns:a16="http://schemas.microsoft.com/office/drawing/2014/main" id="{B8B8B698-9334-0F40-B843-5D4120F54F6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pl-PL"/>
              <a:t>Edytuj style wzorca tekstu
Drugi poziom
Trzeci poziom
Czwarty poziom
Piąty poziom</a:t>
            </a:r>
          </a:p>
        </p:txBody>
      </p:sp>
      <p:sp>
        <p:nvSpPr>
          <p:cNvPr id="6" name="Symbol zastępczy zawartości 5">
            <a:extLst>
              <a:ext uri="{FF2B5EF4-FFF2-40B4-BE49-F238E27FC236}">
                <a16:creationId xmlns:a16="http://schemas.microsoft.com/office/drawing/2014/main" id="{36DEED91-A0FB-5B44-8011-6725E912E35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r>
              <a:rPr lang="pl-PL"/>
              <a:t>Edytuj style wzorca tekstu
Drugi poziom
Trzeci poziom
Czwarty poziom
Piąty poziom</a:t>
            </a:r>
          </a:p>
        </p:txBody>
      </p:sp>
      <p:sp>
        <p:nvSpPr>
          <p:cNvPr id="7" name="Symbol zastępczy daty 6">
            <a:extLst>
              <a:ext uri="{FF2B5EF4-FFF2-40B4-BE49-F238E27FC236}">
                <a16:creationId xmlns:a16="http://schemas.microsoft.com/office/drawing/2014/main" id="{C36B2015-4A90-A44B-8239-988DFAFAD0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D52E5-11DB-CA46-8351-A203D1848BF8}" type="datetimeFigureOut">
              <a:rPr lang="pl-PL" smtClean="0"/>
              <a:t>29.09.2026</a:t>
            </a:fld>
            <a:endParaRPr lang="pl-PL"/>
          </a:p>
        </p:txBody>
      </p:sp>
      <p:sp>
        <p:nvSpPr>
          <p:cNvPr id="8" name="Symbol zastępczy stopki 7">
            <a:extLst>
              <a:ext uri="{FF2B5EF4-FFF2-40B4-BE49-F238E27FC236}">
                <a16:creationId xmlns:a16="http://schemas.microsoft.com/office/drawing/2014/main" id="{1F2DF1C8-EC8A-CA46-B6C6-1857BB8CFB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9" name="Symbol zastępczy numeru slajdu 8">
            <a:extLst>
              <a:ext uri="{FF2B5EF4-FFF2-40B4-BE49-F238E27FC236}">
                <a16:creationId xmlns:a16="http://schemas.microsoft.com/office/drawing/2014/main" id="{081C97D6-DD50-3C46-8BD8-ED205256D4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C5F518-06B9-B641-8B79-77076623FB04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0471830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A1AC9462-CA52-A147-9D8E-A134C705B3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A788C4FF-4EE6-924D-90A2-A62164E35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D52E5-11DB-CA46-8351-A203D1848BF8}" type="datetimeFigureOut">
              <a:rPr lang="pl-PL" smtClean="0"/>
              <a:t>29.09.2026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212624C0-E2A3-E649-8B66-AD7A5BCA37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23A4366D-4F0B-D840-997E-7F3ABAD58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C5F518-06B9-B641-8B79-77076623FB04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9949876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daty 1">
            <a:extLst>
              <a:ext uri="{FF2B5EF4-FFF2-40B4-BE49-F238E27FC236}">
                <a16:creationId xmlns:a16="http://schemas.microsoft.com/office/drawing/2014/main" id="{0D5BC7D6-E51C-1845-96CE-4245604DD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D52E5-11DB-CA46-8351-A203D1848BF8}" type="datetimeFigureOut">
              <a:rPr lang="pl-PL" smtClean="0"/>
              <a:t>29.09.2026</a:t>
            </a:fld>
            <a:endParaRPr lang="pl-PL"/>
          </a:p>
        </p:txBody>
      </p:sp>
      <p:sp>
        <p:nvSpPr>
          <p:cNvPr id="3" name="Symbol zastępczy stopki 2">
            <a:extLst>
              <a:ext uri="{FF2B5EF4-FFF2-40B4-BE49-F238E27FC236}">
                <a16:creationId xmlns:a16="http://schemas.microsoft.com/office/drawing/2014/main" id="{21F236E2-9FA9-A54D-8C27-C938B8A271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02837DF6-F366-8A4E-B88A-5B6F6C5457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C5F518-06B9-B641-8B79-77076623FB04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0715436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F965B18F-C37F-8A46-9F9F-70932CE1B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212762BC-FD45-864C-94AE-7B7292F06F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pl-PL"/>
              <a:t>Edytuj style wzorca tekstu
Drugi poziom
Trzeci poziom
Czwarty poziom
Piąty poziom</a:t>
            </a:r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09DE795B-346A-3B4A-A47C-805740D008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pl-PL"/>
              <a:t>Edytuj style wzorca tekstu
Drugi poziom
Trzeci poziom
Czwarty poziom
Piąty poziom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3DAEE128-E0AB-8C42-B6C7-9919955031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D52E5-11DB-CA46-8351-A203D1848BF8}" type="datetimeFigureOut">
              <a:rPr lang="pl-PL" smtClean="0"/>
              <a:t>29.09.2026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EC7C72C6-B265-FE49-87AB-637EA55474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04E58606-F3A0-D04E-AD06-B47003B947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C5F518-06B9-B641-8B79-77076623FB04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5263997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D17F29E7-51EC-7C41-948C-94F0E389C1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obrazu 2">
            <a:extLst>
              <a:ext uri="{FF2B5EF4-FFF2-40B4-BE49-F238E27FC236}">
                <a16:creationId xmlns:a16="http://schemas.microsoft.com/office/drawing/2014/main" id="{586EB119-017E-8844-9B3D-655676FB2E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l-PL"/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E6A955C6-8BDC-154C-B01D-9DDF0DBE9F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pl-PL"/>
              <a:t>Edytuj style wzorca tekstu
Drugi poziom
Trzeci poziom
Czwarty poziom
Piąty poziom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9D029FFF-44BF-8B48-87EB-E27D5F9CA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D52E5-11DB-CA46-8351-A203D1848BF8}" type="datetimeFigureOut">
              <a:rPr lang="pl-PL" smtClean="0"/>
              <a:t>29.09.2026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11F8ECFC-50E4-514C-97A0-A5DF4F584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114D2A04-F9F0-494E-AB99-679881FF27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C5F518-06B9-B641-8B79-77076623FB04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8910835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3ADC12C-F1DF-3C44-88C1-B3647BF5C1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05C5E7B6-277E-BF42-A345-BD57430472A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pl-PL"/>
              <a:t>Edytuj style wzorca tekstu
Drugi poziom
Trzeci poziom
Czwarty poziom
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84BB8F5A-CC41-9C4D-8325-92E4C0B972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D52E5-11DB-CA46-8351-A203D1848BF8}" type="datetimeFigureOut">
              <a:rPr lang="pl-PL" smtClean="0"/>
              <a:t>29.09.2026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06EC3F84-5D4A-C14C-933B-3A0B971950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F6E7ADD1-94FF-1D46-866F-9FF7286A3D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C5F518-06B9-B641-8B79-77076623FB04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2612398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pionowy 1">
            <a:extLst>
              <a:ext uri="{FF2B5EF4-FFF2-40B4-BE49-F238E27FC236}">
                <a16:creationId xmlns:a16="http://schemas.microsoft.com/office/drawing/2014/main" id="{B0CCA20E-1BD2-2647-8EE0-C0BA2AF6428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6AFFD6B8-C2B2-4949-80ED-39EB21B740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r>
              <a:rPr lang="pl-PL"/>
              <a:t>Edytuj style wzorca tekstu
Drugi poziom
Trzeci poziom
Czwarty poziom
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FE849772-1BBA-DD41-8899-C43A89EB92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D52E5-11DB-CA46-8351-A203D1848BF8}" type="datetimeFigureOut">
              <a:rPr lang="pl-PL" smtClean="0"/>
              <a:t>29.09.2026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92CD7936-25F9-6649-90BD-F39B500F8D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EE660F08-9E17-2D4A-B7F7-1C5ABF4A4B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C5F518-06B9-B641-8B79-77076623FB04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6465838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 t="-3000" b="-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ytułu 1">
            <a:extLst>
              <a:ext uri="{FF2B5EF4-FFF2-40B4-BE49-F238E27FC236}">
                <a16:creationId xmlns:a16="http://schemas.microsoft.com/office/drawing/2014/main" id="{266F0450-1CC2-5E49-872E-2C6C99E48D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839560FD-C154-7A4B-A069-F4FE9EA546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pl-PL"/>
              <a:t>Edytuj style wzorca tekstu
Drugi poziom
Trzeci poziom
Czwarty poziom
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979F65ED-5814-5E4E-A7F8-552BCE9A5B5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BED52E5-11DB-CA46-8351-A203D1848BF8}" type="datetimeFigureOut">
              <a:rPr lang="pl-PL" smtClean="0"/>
              <a:t>29.09.2026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202C7400-6542-DD41-96A0-8689034A30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096455DE-5EC8-DB48-BA61-4F2D0CC956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FC5F518-06B9-B641-8B79-77076623FB04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3756989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l-P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3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4.png"/><Relationship Id="rId9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3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4.png"/><Relationship Id="rId9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3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4.png"/><Relationship Id="rId9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3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image" Target="../media/image11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11" Type="http://schemas.openxmlformats.org/officeDocument/2006/relationships/image" Target="../media/image18.png"/><Relationship Id="rId5" Type="http://schemas.openxmlformats.org/officeDocument/2006/relationships/image" Target="../media/image7.png"/><Relationship Id="rId10" Type="http://schemas.openxmlformats.org/officeDocument/2006/relationships/image" Target="../media/image26.png"/><Relationship Id="rId4" Type="http://schemas.openxmlformats.org/officeDocument/2006/relationships/image" Target="../media/image11.png"/><Relationship Id="rId9" Type="http://schemas.openxmlformats.org/officeDocument/2006/relationships/image" Target="../media/image19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11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11" Type="http://schemas.openxmlformats.org/officeDocument/2006/relationships/image" Target="../media/image18.png"/><Relationship Id="rId5" Type="http://schemas.openxmlformats.org/officeDocument/2006/relationships/image" Target="../media/image8.png"/><Relationship Id="rId10" Type="http://schemas.openxmlformats.org/officeDocument/2006/relationships/image" Target="../media/image26.png"/><Relationship Id="rId4" Type="http://schemas.openxmlformats.org/officeDocument/2006/relationships/image" Target="../media/image7.png"/><Relationship Id="rId9" Type="http://schemas.openxmlformats.org/officeDocument/2006/relationships/image" Target="../media/image19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Relationship Id="rId9" Type="http://schemas.openxmlformats.org/officeDocument/2006/relationships/image" Target="../media/image32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image" Target="../media/image11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0.png"/><Relationship Id="rId3" Type="http://schemas.openxmlformats.org/officeDocument/2006/relationships/image" Target="../media/image2.png"/><Relationship Id="rId7" Type="http://schemas.openxmlformats.org/officeDocument/2006/relationships/image" Target="../media/image33.png"/><Relationship Id="rId12" Type="http://schemas.openxmlformats.org/officeDocument/2006/relationships/image" Target="../media/image9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12.png"/><Relationship Id="rId4" Type="http://schemas.openxmlformats.org/officeDocument/2006/relationships/image" Target="../media/image8.png"/><Relationship Id="rId9" Type="http://schemas.openxmlformats.org/officeDocument/2006/relationships/image" Target="../media/image7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2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2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4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5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Jk7RAkFN4vk" TargetMode="External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6.jp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jpg"/><Relationship Id="rId5" Type="http://schemas.openxmlformats.org/officeDocument/2006/relationships/hyperlink" Target="https://www.youtube.com/watch?v=Jk7RAkFN4vk" TargetMode="External"/><Relationship Id="rId4" Type="http://schemas.openxmlformats.org/officeDocument/2006/relationships/image" Target="../media/image8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6.jpg"/><Relationship Id="rId4" Type="http://schemas.openxmlformats.org/officeDocument/2006/relationships/hyperlink" Target="https://www.youtube.com/watch?v=Jk7RAkFN4vk" TargetMode="Externa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7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43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2.png"/><Relationship Id="rId5" Type="http://schemas.openxmlformats.org/officeDocument/2006/relationships/image" Target="../media/image25.png"/><Relationship Id="rId4" Type="http://schemas.openxmlformats.org/officeDocument/2006/relationships/image" Target="../media/image41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4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ykieta nad tytułem (można usunąć)"/>
          <p:cNvSpPr txBox="1"/>
          <p:nvPr/>
        </p:nvSpPr>
        <p:spPr>
          <a:xfrm>
            <a:off x="864000" y="540000"/>
            <a:ext cx="7200000" cy="252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400" b="1" i="0" spc="150">
                <a:solidFill>
                  <a:schemeClr val="accent5"/>
                </a:solidFill>
                <a:latin typeface="+mn-lt"/>
              </a:rPr>
              <a:t>SZABLON DOBRA KALORIA</a:t>
            </a:r>
          </a:p>
        </p:txBody>
      </p:sp>
      <p:sp>
        <p:nvSpPr>
          <p:cNvPr id="3" name="Tytuł slajdu"/>
          <p:cNvSpPr txBox="1"/>
          <p:nvPr/>
        </p:nvSpPr>
        <p:spPr>
          <a:xfrm>
            <a:off x="864000" y="828000"/>
            <a:ext cx="9360000" cy="50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4000"/>
              </a:lnSpc>
            </a:pPr>
            <a:r>
              <a:rPr sz="4000" b="0" i="0">
                <a:solidFill>
                  <a:schemeClr val="tx1"/>
                </a:solidFill>
                <a:latin typeface="+mj-lt"/>
              </a:rPr>
              <a:t>Jak korzystać z szablonu</a:t>
            </a:r>
          </a:p>
        </p:txBody>
      </p:sp>
      <p:pic>
        <p:nvPicPr>
          <p:cNvPr id="4" name="Logo marki" descr="logo_green_bo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4000" y="540000"/>
            <a:ext cx="684000" cy="504450"/>
          </a:xfrm>
          <a:prstGeom prst="rect">
            <a:avLst/>
          </a:prstGeom>
        </p:spPr>
      </p:pic>
      <p:sp>
        <p:nvSpPr>
          <p:cNvPr id="5" name="Numer slajdu"/>
          <p:cNvSpPr txBox="1"/>
          <p:nvPr/>
        </p:nvSpPr>
        <p:spPr>
          <a:xfrm>
            <a:off x="10788000" y="6426000"/>
            <a:ext cx="540000" cy="216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/>
            <a:r>
              <a:rPr sz="105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01</a:t>
            </a:r>
          </a:p>
        </p:txBody>
      </p:sp>
      <p:sp>
        <p:nvSpPr>
          <p:cNvPr id="6" name="Karta / tło (kolor z motywu)"/>
          <p:cNvSpPr/>
          <p:nvPr/>
        </p:nvSpPr>
        <p:spPr>
          <a:xfrm>
            <a:off x="864000" y="1908000"/>
            <a:ext cx="5052000" cy="4320000"/>
          </a:xfrm>
          <a:prstGeom prst="roundRect">
            <a:avLst>
              <a:gd name="adj" fmla="val 3750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kst: Jak korzystać z szablonu"/>
          <p:cNvSpPr txBox="1"/>
          <p:nvPr/>
        </p:nvSpPr>
        <p:spPr>
          <a:xfrm>
            <a:off x="1152000" y="1944000"/>
            <a:ext cx="4476000" cy="28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500" b="1" i="0">
                <a:solidFill>
                  <a:schemeClr val="tx1"/>
                </a:solidFill>
                <a:latin typeface="+mn-lt"/>
              </a:rPr>
              <a:t>Jak korzystać z szablonu</a:t>
            </a:r>
          </a:p>
        </p:txBody>
      </p:sp>
      <p:sp>
        <p:nvSpPr>
          <p:cNvPr id="8" name="Tekst: Wybierz slajd pasujący do treści, skopiu"/>
          <p:cNvSpPr txBox="1"/>
          <p:nvPr/>
        </p:nvSpPr>
        <p:spPr>
          <a:xfrm>
            <a:off x="1152000" y="2214000"/>
            <a:ext cx="4476000" cy="10795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700"/>
              </a:lnSpc>
            </a:pPr>
            <a:r>
              <a:rPr sz="125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Wybierz slajd pasujący do treści, skopiuj go (Ctrl+C, Ctrl+V w panelu slajdów) i podmień teksty. Żółta karteczka po prawej stronie slajdu opisuje, do czego slajd służy - jest poza kadrem, więc nie widać jej w pokazie. Ten sam opis jest w notatkach.</a:t>
            </a:r>
          </a:p>
        </p:txBody>
      </p:sp>
      <p:sp>
        <p:nvSpPr>
          <p:cNvPr id="9" name="Tekst: Zdjęcia i packshoty"/>
          <p:cNvSpPr txBox="1"/>
          <p:nvPr/>
        </p:nvSpPr>
        <p:spPr>
          <a:xfrm>
            <a:off x="1152000" y="3473500"/>
            <a:ext cx="4476000" cy="28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500" b="1" i="0">
                <a:solidFill>
                  <a:schemeClr val="tx1"/>
                </a:solidFill>
                <a:latin typeface="+mn-lt"/>
              </a:rPr>
              <a:t>Zdjęcia i packshoty</a:t>
            </a:r>
          </a:p>
        </p:txBody>
      </p:sp>
      <p:sp>
        <p:nvSpPr>
          <p:cNvPr id="10" name="Tekst: Kliknij obraz prawym przyciskiem &gt; Zmień"/>
          <p:cNvSpPr txBox="1"/>
          <p:nvPr/>
        </p:nvSpPr>
        <p:spPr>
          <a:xfrm>
            <a:off x="1152000" y="3743500"/>
            <a:ext cx="4476000" cy="10795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700"/>
              </a:lnSpc>
            </a:pPr>
            <a:r>
              <a:rPr sz="125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Kliknij obraz prawym przyciskiem &gt; Zmień obraz &gt; Z pliku.</a:t>
            </a:r>
          </a:p>
          <a:p>
            <a:pPr algn="l">
              <a:lnSpc>
                <a:spcPts val="1700"/>
              </a:lnSpc>
            </a:pPr>
            <a:r>
              <a:rPr sz="125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Packshoty tylko PNG bez tła. Drobne elementy smaku (owoce, kulki) bierz z biblioteki marki: 99 - WYMIANA &gt; Materiały - Dobra kaloria - Brand - elementy &gt; Liście i owoce - warzywa.</a:t>
            </a:r>
          </a:p>
        </p:txBody>
      </p:sp>
      <p:sp>
        <p:nvSpPr>
          <p:cNvPr id="11" name="Tekst: Kolory globalnie"/>
          <p:cNvSpPr txBox="1"/>
          <p:nvPr/>
        </p:nvSpPr>
        <p:spPr>
          <a:xfrm>
            <a:off x="1152000" y="5003000"/>
            <a:ext cx="4476000" cy="28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500" b="1" i="0">
                <a:solidFill>
                  <a:schemeClr val="tx1"/>
                </a:solidFill>
                <a:latin typeface="+mn-lt"/>
              </a:rPr>
              <a:t>Kolory globalnie</a:t>
            </a:r>
          </a:p>
        </p:txBody>
      </p:sp>
      <p:sp>
        <p:nvSpPr>
          <p:cNvPr id="12" name="Tekst: Projektowanie &gt; Warianty &gt; strzałka &gt; Ko"/>
          <p:cNvSpPr txBox="1"/>
          <p:nvPr/>
        </p:nvSpPr>
        <p:spPr>
          <a:xfrm>
            <a:off x="1152000" y="5273000"/>
            <a:ext cx="4476000" cy="863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700"/>
              </a:lnSpc>
            </a:pPr>
            <a:r>
              <a:rPr sz="125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Projektowanie &gt; Warianty &gt; strzałka &gt; Kolory &gt; Dostosuj kolory. Akcent 1 = zieleń marki, Akcent 2 = kolor produktu, Akcent 3 = karty, Akcent 5 = beż etykiet i opisów (AD8767), Akcent 6 = żółty. Zmiana przemaluje całą prezentację.</a:t>
            </a:r>
          </a:p>
        </p:txBody>
      </p:sp>
      <p:sp>
        <p:nvSpPr>
          <p:cNvPr id="13" name="Karta / tło (kolor z motywu)"/>
          <p:cNvSpPr/>
          <p:nvPr/>
        </p:nvSpPr>
        <p:spPr>
          <a:xfrm>
            <a:off x="6276000" y="1908000"/>
            <a:ext cx="5052000" cy="4320000"/>
          </a:xfrm>
          <a:prstGeom prst="roundRect">
            <a:avLst>
              <a:gd name="adj" fmla="val 3750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kst: Czcionki globalnie"/>
          <p:cNvSpPr txBox="1"/>
          <p:nvPr/>
        </p:nvSpPr>
        <p:spPr>
          <a:xfrm>
            <a:off x="6564000" y="1944000"/>
            <a:ext cx="4476000" cy="28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500" b="1" i="0">
                <a:solidFill>
                  <a:schemeClr val="tx1"/>
                </a:solidFill>
                <a:latin typeface="+mn-lt"/>
              </a:rPr>
              <a:t>Czcionki globalnie</a:t>
            </a:r>
          </a:p>
        </p:txBody>
      </p:sp>
      <p:sp>
        <p:nvSpPr>
          <p:cNvPr id="15" name="Tekst: Projektowanie &gt; Warianty &gt; Czcionki. Nag"/>
          <p:cNvSpPr txBox="1"/>
          <p:nvPr/>
        </p:nvSpPr>
        <p:spPr>
          <a:xfrm>
            <a:off x="6564000" y="2214000"/>
            <a:ext cx="4476000" cy="6477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700"/>
              </a:lnSpc>
            </a:pPr>
            <a:r>
              <a:rPr sz="125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Projektowanie &gt; Warianty &gt; Czcionki. Nagłówki: Mindset, treść: Lato. Nie zmieniaj czcionki ręcznie na pojedynczych slajdach - wtedy zmiana globalna przestaje działać.</a:t>
            </a:r>
          </a:p>
        </p:txBody>
      </p:sp>
      <p:sp>
        <p:nvSpPr>
          <p:cNvPr id="16" name="Tekst: Teksty w nawiasach"/>
          <p:cNvSpPr txBox="1"/>
          <p:nvPr/>
        </p:nvSpPr>
        <p:spPr>
          <a:xfrm>
            <a:off x="6564000" y="3041700"/>
            <a:ext cx="4476000" cy="28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500" b="1" i="0">
                <a:solidFill>
                  <a:schemeClr val="tx1"/>
                </a:solidFill>
                <a:latin typeface="+mn-lt"/>
              </a:rPr>
              <a:t>Teksty w nawiasach</a:t>
            </a:r>
          </a:p>
        </p:txBody>
      </p:sp>
      <p:sp>
        <p:nvSpPr>
          <p:cNvPr id="17" name="Tekst: Każdy tekst w [nawiasach kwadratowych] t"/>
          <p:cNvSpPr txBox="1"/>
          <p:nvPr/>
        </p:nvSpPr>
        <p:spPr>
          <a:xfrm>
            <a:off x="6564000" y="3311700"/>
            <a:ext cx="4476000" cy="863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700"/>
              </a:lnSpc>
            </a:pPr>
            <a:r>
              <a:rPr sz="125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Każdy tekst w [nawiasach kwadratowych] to podpowiedź:</a:t>
            </a:r>
          </a:p>
          <a:p>
            <a:pPr algn="l">
              <a:lnSpc>
                <a:spcPts val="1700"/>
              </a:lnSpc>
            </a:pPr>
            <a:r>
              <a:rPr sz="125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zaznacz go razem z nawiasami i wpisz swoją treść. Tytuł slajdu = wniosek, nie temat. Szablon nie ma animacji - niczego nie trzeba ustawiać.</a:t>
            </a:r>
          </a:p>
        </p:txBody>
      </p:sp>
      <p:sp>
        <p:nvSpPr>
          <p:cNvPr id="18" name="Tekst: Zasady treści"/>
          <p:cNvSpPr txBox="1"/>
          <p:nvPr/>
        </p:nvSpPr>
        <p:spPr>
          <a:xfrm>
            <a:off x="6564000" y="4355300"/>
            <a:ext cx="4476000" cy="28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500" b="1" i="0">
                <a:solidFill>
                  <a:schemeClr val="tx1"/>
                </a:solidFill>
                <a:latin typeface="+mn-lt"/>
              </a:rPr>
              <a:t>Zasady treści</a:t>
            </a:r>
          </a:p>
        </p:txBody>
      </p:sp>
      <p:sp>
        <p:nvSpPr>
          <p:cNvPr id="19" name="Tekst: Jeden slajd = jedna myśl. Tytuł mówi wni"/>
          <p:cNvSpPr txBox="1"/>
          <p:nvPr/>
        </p:nvSpPr>
        <p:spPr>
          <a:xfrm>
            <a:off x="6564000" y="4625300"/>
            <a:ext cx="4476000" cy="863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700"/>
              </a:lnSpc>
            </a:pPr>
            <a:r>
              <a:rPr sz="125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Jeden slajd = jedna myśl. Tytuł mówi wniosek, nie temat.</a:t>
            </a:r>
          </a:p>
          <a:p>
            <a:pPr algn="l">
              <a:lnSpc>
                <a:spcPts val="1700"/>
              </a:lnSpc>
            </a:pPr>
            <a:r>
              <a:rPr sz="125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Każda liczba ma źródło w stopce. Claimy produktowe tylko z karty wprowadzenia. Przed wysłaniem na zewnątrz usuń slajdy nieużywane i ten slajd.</a:t>
            </a:r>
          </a:p>
        </p:txBody>
      </p:sp>
      <p:sp>
        <p:nvSpPr>
          <p:cNvPr id="20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kst: SLAJD 01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01 - do czego służy</a:t>
            </a:r>
          </a:p>
        </p:txBody>
      </p:sp>
      <p:sp>
        <p:nvSpPr>
          <p:cNvPr id="22" name="OPIS - tresc"/>
          <p:cNvSpPr/>
          <p:nvPr/>
        </p:nvSpPr>
        <p:spPr>
          <a:xfrm>
            <a:off x="12408000" y="522000"/>
            <a:ext cx="3060000" cy="10119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kst: Instrukcja szablonu - slajd UKRYTY (nie "/>
          <p:cNvSpPr txBox="1"/>
          <p:nvPr/>
        </p:nvSpPr>
        <p:spPr>
          <a:xfrm>
            <a:off x="12552000" y="666000"/>
            <a:ext cx="2772000" cy="10119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Instrukcja szablonu - slajd UKRYTY (nie pokazuje się w pokazie). Usuń go przed wysłaniem.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ykieta nad tytułem (można usunąć)"/>
          <p:cNvSpPr txBox="1"/>
          <p:nvPr/>
        </p:nvSpPr>
        <p:spPr>
          <a:xfrm>
            <a:off x="864000" y="540000"/>
            <a:ext cx="7200000" cy="252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400" b="1" i="0" spc="150">
                <a:solidFill>
                  <a:schemeClr val="accent5"/>
                </a:solidFill>
                <a:latin typeface="+mn-lt"/>
              </a:rPr>
              <a:t>SZABLON DOBRA KALORIA</a:t>
            </a:r>
          </a:p>
        </p:txBody>
      </p:sp>
      <p:sp>
        <p:nvSpPr>
          <p:cNvPr id="3" name="Tytuł slajdu"/>
          <p:cNvSpPr txBox="1"/>
          <p:nvPr/>
        </p:nvSpPr>
        <p:spPr>
          <a:xfrm>
            <a:off x="864000" y="828000"/>
            <a:ext cx="9360000" cy="50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4000"/>
              </a:lnSpc>
            </a:pPr>
            <a:r>
              <a:rPr sz="4000" b="0" i="0">
                <a:solidFill>
                  <a:schemeClr val="tx1"/>
                </a:solidFill>
                <a:latin typeface="+mj-lt"/>
              </a:rPr>
              <a:t>Film i łatwa edycja</a:t>
            </a:r>
          </a:p>
        </p:txBody>
      </p:sp>
      <p:pic>
        <p:nvPicPr>
          <p:cNvPr id="4" name="Logo marki" descr="logo_green_bo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4000" y="540000"/>
            <a:ext cx="684000" cy="504450"/>
          </a:xfrm>
          <a:prstGeom prst="rect">
            <a:avLst/>
          </a:prstGeom>
        </p:spPr>
      </p:pic>
      <p:sp>
        <p:nvSpPr>
          <p:cNvPr id="5" name="Numer slajdu"/>
          <p:cNvSpPr txBox="1"/>
          <p:nvPr/>
        </p:nvSpPr>
        <p:spPr>
          <a:xfrm>
            <a:off x="10788000" y="6426000"/>
            <a:ext cx="540000" cy="216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/>
            <a:r>
              <a:rPr sz="105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02</a:t>
            </a:r>
          </a:p>
        </p:txBody>
      </p:sp>
      <p:sp>
        <p:nvSpPr>
          <p:cNvPr id="6" name="Karta / tło (kolor z motywu)"/>
          <p:cNvSpPr/>
          <p:nvPr/>
        </p:nvSpPr>
        <p:spPr>
          <a:xfrm>
            <a:off x="864000" y="1908000"/>
            <a:ext cx="5052000" cy="4320000"/>
          </a:xfrm>
          <a:prstGeom prst="roundRect">
            <a:avLst>
              <a:gd name="adj" fmla="val 3750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kst: Film z YouTube"/>
          <p:cNvSpPr txBox="1"/>
          <p:nvPr/>
        </p:nvSpPr>
        <p:spPr>
          <a:xfrm>
            <a:off x="1152000" y="1944000"/>
            <a:ext cx="4476000" cy="28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500" b="1" i="0">
                <a:solidFill>
                  <a:schemeClr val="tx1"/>
                </a:solidFill>
                <a:latin typeface="+mn-lt"/>
              </a:rPr>
              <a:t>Film z YouTube</a:t>
            </a:r>
          </a:p>
        </p:txBody>
      </p:sp>
      <p:sp>
        <p:nvSpPr>
          <p:cNvPr id="8" name="Tekst: Film to zaokrąglona miniatura z przycisk"/>
          <p:cNvSpPr txBox="1"/>
          <p:nvPr/>
        </p:nvSpPr>
        <p:spPr>
          <a:xfrm>
            <a:off x="1152000" y="2214000"/>
            <a:ext cx="4476000" cy="1727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700"/>
              </a:lnSpc>
            </a:pPr>
            <a:r>
              <a:rPr sz="125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Film to zaokrąglona miniatura z przyciskiem play i podpisem 'Kliknij - film otworzy się na YouTube'. W pokazie jedno kliknięcie otwiera film w przeglądarce (w edycji: Ctrl + klik).</a:t>
            </a:r>
          </a:p>
          <a:p>
            <a:pPr algn="l">
              <a:lnSpc>
                <a:spcPts val="1700"/>
              </a:lnSpc>
            </a:pPr>
            <a:r>
              <a:rPr sz="125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Swój film: prawy klik na miniaturze &gt; Edytuj link &gt; wklej adres; to samo na przycisku i podpisie. Nowa miniatura:</a:t>
            </a:r>
          </a:p>
          <a:p>
            <a:pPr algn="l">
              <a:lnSpc>
                <a:spcPts val="1700"/>
              </a:lnSpc>
            </a:pPr>
            <a:r>
              <a:rPr sz="125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prawy klik &gt; Zmień obraz (rogi zostają). Wideo wstawione jako 'Wideo online' NIE działa - YouTube blokuje je w PowerPoincie (błąd 153).</a:t>
            </a:r>
          </a:p>
        </p:txBody>
      </p:sp>
      <p:sp>
        <p:nvSpPr>
          <p:cNvPr id="9" name="Tekst: Własny plik mp4"/>
          <p:cNvSpPr txBox="1"/>
          <p:nvPr/>
        </p:nvSpPr>
        <p:spPr>
          <a:xfrm>
            <a:off x="1152000" y="4121200"/>
            <a:ext cx="4476000" cy="28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500" b="1" i="0">
                <a:solidFill>
                  <a:schemeClr val="tx1"/>
                </a:solidFill>
                <a:latin typeface="+mn-lt"/>
              </a:rPr>
              <a:t>Własny plik mp4</a:t>
            </a:r>
          </a:p>
        </p:txBody>
      </p:sp>
      <p:sp>
        <p:nvSpPr>
          <p:cNvPr id="10" name="Tekst: Wstawianie &gt; Wideo &gt; To urządzenie. Klik"/>
          <p:cNvSpPr txBox="1"/>
          <p:nvPr/>
        </p:nvSpPr>
        <p:spPr>
          <a:xfrm>
            <a:off x="1152000" y="4391200"/>
            <a:ext cx="4476000" cy="863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700"/>
              </a:lnSpc>
            </a:pPr>
            <a:r>
              <a:rPr sz="125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Wstawianie &gt; Wideo &gt; To urządzenie. Kliknij miniaturę filmu w szablonie &gt; Malarz formatów (pędzelek) &gt; kliknij nowy film - dostanie te same zaokrąglone rogi. Taki film gra w slajdzie bez internetu.</a:t>
            </a:r>
          </a:p>
        </p:txBody>
      </p:sp>
      <p:sp>
        <p:nvSpPr>
          <p:cNvPr id="11" name="Karta / tło (kolor z motywu)"/>
          <p:cNvSpPr/>
          <p:nvPr/>
        </p:nvSpPr>
        <p:spPr>
          <a:xfrm>
            <a:off x="6276000" y="1908000"/>
            <a:ext cx="5052000" cy="4320000"/>
          </a:xfrm>
          <a:prstGeom prst="roundRect">
            <a:avLst>
              <a:gd name="adj" fmla="val 3750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kst: Co jest czym"/>
          <p:cNvSpPr txBox="1"/>
          <p:nvPr/>
        </p:nvSpPr>
        <p:spPr>
          <a:xfrm>
            <a:off x="6564000" y="1944000"/>
            <a:ext cx="4476000" cy="28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500" b="1" i="0">
                <a:solidFill>
                  <a:schemeClr val="tx1"/>
                </a:solidFill>
                <a:latin typeface="+mn-lt"/>
              </a:rPr>
              <a:t>Co jest czym</a:t>
            </a:r>
          </a:p>
        </p:txBody>
      </p:sp>
      <p:sp>
        <p:nvSpPr>
          <p:cNvPr id="13" name="Tekst: Narzędzia główne &gt; Zaznacz &gt; Okienko zaz"/>
          <p:cNvSpPr txBox="1"/>
          <p:nvPr/>
        </p:nvSpPr>
        <p:spPr>
          <a:xfrm>
            <a:off x="6564000" y="2214000"/>
            <a:ext cx="4476000" cy="10795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700"/>
              </a:lnSpc>
            </a:pPr>
            <a:r>
              <a:rPr sz="125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Narzędzia główne &gt; Zaznacz &gt; Okienko zaznaczenia (Alt+F10): każdy obiekt ma nazwę, która mówi, co z nim zrobić (np. 'Packshot - prawy klik: Zmień obraz'). Paczka z owocami to jedna grupa - przesuwasz całość; kliknij dwa razy, żeby zmienić pojedynczy obraz.</a:t>
            </a:r>
          </a:p>
        </p:txBody>
      </p:sp>
      <p:sp>
        <p:nvSpPr>
          <p:cNvPr id="14" name="Tekst: Za długi tekst"/>
          <p:cNvSpPr txBox="1"/>
          <p:nvPr/>
        </p:nvSpPr>
        <p:spPr>
          <a:xfrm>
            <a:off x="6564000" y="3473500"/>
            <a:ext cx="4476000" cy="28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500" b="1" i="0">
                <a:solidFill>
                  <a:schemeClr val="tx1"/>
                </a:solidFill>
                <a:latin typeface="+mn-lt"/>
              </a:rPr>
              <a:t>Za długi tekst</a:t>
            </a:r>
          </a:p>
        </p:txBody>
      </p:sp>
      <p:sp>
        <p:nvSpPr>
          <p:cNvPr id="15" name="Tekst: Pola tekstowe same zmniejszają czcionkę,"/>
          <p:cNvSpPr txBox="1"/>
          <p:nvPr/>
        </p:nvSpPr>
        <p:spPr>
          <a:xfrm>
            <a:off x="6564000" y="3743500"/>
            <a:ext cx="4476000" cy="6477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700"/>
              </a:lnSpc>
            </a:pPr>
            <a:r>
              <a:rPr sz="125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Pola tekstowe same zmniejszają czcionkę, gdy tekst się nie mieści. Jeśli zrobi się za mały - skróć tekst albo podziel treść na dwa slajdy.</a:t>
            </a:r>
          </a:p>
        </p:txBody>
      </p:sp>
      <p:sp>
        <p:nvSpPr>
          <p:cNvPr id="16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kst: SLAJD 02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02 - do czego służy</a:t>
            </a:r>
          </a:p>
        </p:txBody>
      </p:sp>
      <p:sp>
        <p:nvSpPr>
          <p:cNvPr id="18" name="OPIS - tresc"/>
          <p:cNvSpPr/>
          <p:nvPr/>
        </p:nvSpPr>
        <p:spPr>
          <a:xfrm>
            <a:off x="12408000" y="522000"/>
            <a:ext cx="3060000" cy="10119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kst: Instrukcja cz. 2: film z zaokrąglonymi r"/>
          <p:cNvSpPr txBox="1"/>
          <p:nvPr/>
        </p:nvSpPr>
        <p:spPr>
          <a:xfrm>
            <a:off x="12552000" y="666000"/>
            <a:ext cx="2772000" cy="10119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Instrukcja cz. 2: film z zaokrąglonymi rogami i nazwy obiektów - slajd UKRYTY. Usuń go przed wysłaniem.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ło - zieleń marki (kolor: Projektowanie &gt; Warianty &gt; Kolory)"/>
          <p:cNvSpPr/>
          <p:nvPr/>
        </p:nvSpPr>
        <p:spPr>
          <a:xfrm>
            <a:off x="0" y="0"/>
            <a:ext cx="511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Logo marki" descr="logo_white_bo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000" y="2114775"/>
            <a:ext cx="3564000" cy="2628450"/>
          </a:xfrm>
          <a:prstGeom prst="rect">
            <a:avLst/>
          </a:prstGeom>
        </p:spPr>
      </p:pic>
      <p:sp>
        <p:nvSpPr>
          <p:cNvPr id="4" name="Etykieta nad tytułem (można usunąć)"/>
          <p:cNvSpPr txBox="1"/>
          <p:nvPr/>
        </p:nvSpPr>
        <p:spPr>
          <a:xfrm>
            <a:off x="6156000" y="648000"/>
            <a:ext cx="5172000" cy="533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3500" b="0" i="0">
                <a:solidFill>
                  <a:schemeClr val="accent1"/>
                </a:solidFill>
                <a:latin typeface="+mj-lt"/>
              </a:rPr>
              <a:t>[Nowość]</a:t>
            </a:r>
          </a:p>
        </p:txBody>
      </p:sp>
      <p:sp>
        <p:nvSpPr>
          <p:cNvPr id="5" name="Tytuł slajdu"/>
          <p:cNvSpPr txBox="1"/>
          <p:nvPr/>
        </p:nvSpPr>
        <p:spPr>
          <a:xfrm>
            <a:off x="6156000" y="1217400"/>
            <a:ext cx="5172000" cy="660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096"/>
              </a:lnSpc>
            </a:pPr>
            <a:r>
              <a:rPr sz="5200" b="0" i="0">
                <a:solidFill>
                  <a:schemeClr val="tx1"/>
                </a:solidFill>
                <a:latin typeface="+mj-lt"/>
              </a:rPr>
              <a:t>[Nazwa produktu]</a:t>
            </a:r>
          </a:p>
        </p:txBody>
      </p:sp>
      <p:grpSp>
        <p:nvGrpSpPr>
          <p:cNvPr id="20" name="Produkt z owocami (grupa) - przesuwaj całość; kliknij 2x, by zmienić obraz"/>
          <p:cNvGrpSpPr/>
          <p:nvPr/>
        </p:nvGrpSpPr>
        <p:grpSpPr>
          <a:xfrm>
            <a:off x="5286962" y="2939040"/>
            <a:ext cx="6638522" cy="3262183"/>
            <a:chOff x="5286962" y="2939040"/>
            <a:chExt cx="6638522" cy="3262183"/>
          </a:xfrm>
        </p:grpSpPr>
        <p:pic>
          <p:nvPicPr>
            <p:cNvPr id="6" name="Owoc / element smaku - prawy klik: Zmień obraz albo Delete" descr="p_arbuz_klin1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rot="1440000">
              <a:off x="11291211" y="3135456"/>
              <a:ext cx="372849" cy="430848"/>
            </a:xfrm>
            <a:prstGeom prst="rect">
              <a:avLst/>
            </a:prstGeom>
          </p:spPr>
        </p:pic>
        <p:sp>
          <p:nvSpPr>
            <p:cNvPr id="7" name="Cień pod paczką"/>
            <p:cNvSpPr/>
            <p:nvPr/>
          </p:nvSpPr>
          <p:spPr>
            <a:xfrm rot="21060000">
              <a:off x="6344673" y="5474332"/>
              <a:ext cx="1833964" cy="270268"/>
            </a:xfrm>
            <a:prstGeom prst="ellipse">
              <a:avLst/>
            </a:prstGeom>
            <a:solidFill>
              <a:srgbClr val="3B2A20"/>
            </a:solidFill>
            <a:ln>
              <a:noFill/>
            </a:ln>
            <a:effectLst>
              <a:softEdge rad="127000"/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8" name="Packshot - prawy klik: Zmień obraz (PNG bez tła)" descr="pack_arbuz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21060000">
              <a:off x="6296410" y="2939040"/>
              <a:ext cx="1930488" cy="2724480"/>
            </a:xfrm>
            <a:prstGeom prst="rect">
              <a:avLst/>
            </a:prstGeom>
          </p:spPr>
        </p:pic>
        <p:sp>
          <p:nvSpPr>
            <p:cNvPr id="9" name="Cień pod paczką"/>
            <p:cNvSpPr/>
            <p:nvPr/>
          </p:nvSpPr>
          <p:spPr>
            <a:xfrm rot="540000">
              <a:off x="9126286" y="5474522"/>
              <a:ext cx="1832115" cy="269995"/>
            </a:xfrm>
            <a:prstGeom prst="ellipse">
              <a:avLst/>
            </a:prstGeom>
            <a:solidFill>
              <a:srgbClr val="3B2A20"/>
            </a:solidFill>
            <a:ln>
              <a:noFill/>
            </a:ln>
            <a:effectLst>
              <a:softEdge rad="127000"/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10" name="Packshot - prawy klik: Zmień obraz (PNG bez tła)" descr="pack_mango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rot="540000">
              <a:off x="9078073" y="2939040"/>
              <a:ext cx="1928542" cy="2724480"/>
            </a:xfrm>
            <a:prstGeom prst="rect">
              <a:avLst/>
            </a:prstGeom>
          </p:spPr>
        </p:pic>
        <p:sp>
          <p:nvSpPr>
            <p:cNvPr id="11" name="Cień pod paczką"/>
            <p:cNvSpPr/>
            <p:nvPr/>
          </p:nvSpPr>
          <p:spPr>
            <a:xfrm rot="21480000">
              <a:off x="7586816" y="5887275"/>
              <a:ext cx="2130366" cy="313948"/>
            </a:xfrm>
            <a:prstGeom prst="ellipse">
              <a:avLst/>
            </a:prstGeom>
            <a:solidFill>
              <a:srgbClr val="3B2A20"/>
            </a:solidFill>
            <a:ln>
              <a:noFill/>
            </a:ln>
            <a:effectLst>
              <a:softEdge rad="127000"/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12" name="Packshot - prawy klik: Zmień obraz (PNG bez tła)" descr="pack_cola.pn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21480000">
              <a:off x="7530754" y="2939040"/>
              <a:ext cx="2242491" cy="3168000"/>
            </a:xfrm>
            <a:prstGeom prst="rect">
              <a:avLst/>
            </a:prstGeom>
          </p:spPr>
        </p:pic>
        <p:pic>
          <p:nvPicPr>
            <p:cNvPr id="13" name="Owoc / element smaku - prawy klik: Zmień obraz albo Delete" descr="p_kulka_ugryz.png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20640000">
              <a:off x="5286962" y="3549182"/>
              <a:ext cx="511632" cy="490435"/>
            </a:xfrm>
            <a:prstGeom prst="rect">
              <a:avLst/>
            </a:prstGeom>
          </p:spPr>
        </p:pic>
        <p:pic>
          <p:nvPicPr>
            <p:cNvPr id="14" name="Owoc / element smaku - prawy klik: Zmień obraz albo Delete" descr="p_mango_kostka.png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 rot="600000">
              <a:off x="5542646" y="5323253"/>
              <a:ext cx="565488" cy="490452"/>
            </a:xfrm>
            <a:prstGeom prst="rect">
              <a:avLst/>
            </a:prstGeom>
          </p:spPr>
        </p:pic>
        <p:pic>
          <p:nvPicPr>
            <p:cNvPr id="15" name="Owoc / element smaku - prawy klik: Zmień obraz albo Delete" descr="p_marakuja_pol1.png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20880000">
              <a:off x="11406603" y="4792320"/>
              <a:ext cx="518881" cy="538560"/>
            </a:xfrm>
            <a:prstGeom prst="rect">
              <a:avLst/>
            </a:prstGeom>
          </p:spPr>
        </p:pic>
      </p:grpSp>
      <p:sp>
        <p:nvSpPr>
          <p:cNvPr id="16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kst: SLAJD 03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03 - do czego służy</a:t>
            </a:r>
          </a:p>
        </p:txBody>
      </p:sp>
      <p:sp>
        <p:nvSpPr>
          <p:cNvPr id="18" name="OPIS - tresc"/>
          <p:cNvSpPr/>
          <p:nvPr/>
        </p:nvSpPr>
        <p:spPr>
          <a:xfrm>
            <a:off x="12408000" y="522000"/>
            <a:ext cx="3060000" cy="17358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kst: Powitanie Z PRODUKTEM, wariant 4 (wzór z"/>
          <p:cNvSpPr txBox="1"/>
          <p:nvPr/>
        </p:nvSpPr>
        <p:spPr>
          <a:xfrm>
            <a:off x="12552000" y="666000"/>
            <a:ext cx="2772000" cy="1735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Powitanie Z PRODUKTEM, wariant 4 (wzór z 29.09): duże logo na zieleni, 'NOWOŚĆ' i nazwa zielonym i czarnym Mindsetem, pod spodem cała linia (3 paczki). Najlepsze wejście dla nowej linii smaków.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ło - zieleń marki (kolor: Projektowanie &gt; Warianty &gt; Kolory)"/>
          <p:cNvSpPr/>
          <p:nvPr/>
        </p:nvSpPr>
        <p:spPr>
          <a:xfrm>
            <a:off x="0" y="0"/>
            <a:ext cx="511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Logo marki" descr="logo_white_bo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00" y="684000"/>
            <a:ext cx="2232000" cy="1646100"/>
          </a:xfrm>
          <a:prstGeom prst="rect">
            <a:avLst/>
          </a:prstGeom>
        </p:spPr>
      </p:pic>
      <p:grpSp>
        <p:nvGrpSpPr>
          <p:cNvPr id="25" name="Produkt z owocami (grupa) - przesuwaj całość; kliknij 2x, by zmienić obraz"/>
          <p:cNvGrpSpPr/>
          <p:nvPr/>
        </p:nvGrpSpPr>
        <p:grpSpPr>
          <a:xfrm>
            <a:off x="2602402" y="1692000"/>
            <a:ext cx="4962006" cy="5021871"/>
            <a:chOff x="2602402" y="1692000"/>
            <a:chExt cx="4962006" cy="5021871"/>
          </a:xfrm>
        </p:grpSpPr>
        <p:pic>
          <p:nvPicPr>
            <p:cNvPr id="4" name="Owoc / element smaku - prawy klik: Zmień obraz albo Delete" descr="p_arbuz_klin1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rot="1440000">
              <a:off x="6698878" y="2049120"/>
              <a:ext cx="618092" cy="714240"/>
            </a:xfrm>
            <a:prstGeom prst="rect">
              <a:avLst/>
            </a:prstGeom>
          </p:spPr>
        </p:pic>
        <p:sp>
          <p:nvSpPr>
            <p:cNvPr id="5" name="Cień pod paczką"/>
            <p:cNvSpPr/>
            <p:nvPr/>
          </p:nvSpPr>
          <p:spPr>
            <a:xfrm rot="21240000">
              <a:off x="3611059" y="5846332"/>
              <a:ext cx="3001880" cy="442382"/>
            </a:xfrm>
            <a:prstGeom prst="ellipse">
              <a:avLst/>
            </a:prstGeom>
            <a:solidFill>
              <a:srgbClr val="3B2A20"/>
            </a:solidFill>
            <a:ln>
              <a:noFill/>
            </a:ln>
            <a:effectLst>
              <a:softEdge rad="127000"/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6" name="Packshot - prawy klik: Zmień obraz (PNG bez tła)" descr="pack_cola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21240000">
              <a:off x="3532062" y="1692000"/>
              <a:ext cx="3159874" cy="4464000"/>
            </a:xfrm>
            <a:prstGeom prst="rect">
              <a:avLst/>
            </a:prstGeom>
          </p:spPr>
        </p:pic>
        <p:pic>
          <p:nvPicPr>
            <p:cNvPr id="7" name="Owoc / element smaku - prawy klik: Zmień obraz albo Delete" descr="p_kulka_ugryz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rot="20640000">
              <a:off x="2602402" y="2624689"/>
              <a:ext cx="848160" cy="813021"/>
            </a:xfrm>
            <a:prstGeom prst="rect">
              <a:avLst/>
            </a:prstGeom>
          </p:spPr>
        </p:pic>
        <p:pic>
          <p:nvPicPr>
            <p:cNvPr id="8" name="Owoc / element smaku - prawy klik: Zmień obraz albo Delete" descr="p_mango_kostka.pn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600000">
              <a:off x="2747355" y="5124515"/>
              <a:ext cx="937440" cy="813048"/>
            </a:xfrm>
            <a:prstGeom prst="rect">
              <a:avLst/>
            </a:prstGeom>
          </p:spPr>
        </p:pic>
        <p:pic>
          <p:nvPicPr>
            <p:cNvPr id="9" name="Owoc / element smaku - prawy klik: Zmień obraz albo Delete" descr="p_marakuja_pol1.png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20880000">
              <a:off x="6704230" y="4370400"/>
              <a:ext cx="860178" cy="892800"/>
            </a:xfrm>
            <a:prstGeom prst="rect">
              <a:avLst/>
            </a:prstGeom>
          </p:spPr>
        </p:pic>
        <p:pic>
          <p:nvPicPr>
            <p:cNvPr id="10" name="Owoc / element smaku - prawy klik: Zmień obraz albo Delete" descr="p_cola_cytryna_plaster.png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 rot="2040000">
              <a:off x="4041150" y="6062771"/>
              <a:ext cx="624960" cy="454297"/>
            </a:xfrm>
            <a:prstGeom prst="rect">
              <a:avLst/>
            </a:prstGeom>
          </p:spPr>
        </p:pic>
        <p:pic>
          <p:nvPicPr>
            <p:cNvPr id="11" name="Owoc / element smaku - prawy klik: Zmień obraz albo Delete" descr="p_kulka.png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19920000">
              <a:off x="5702842" y="6044527"/>
              <a:ext cx="714240" cy="669344"/>
            </a:xfrm>
            <a:prstGeom prst="rect">
              <a:avLst/>
            </a:prstGeom>
          </p:spPr>
        </p:pic>
      </p:grpSp>
      <p:sp>
        <p:nvSpPr>
          <p:cNvPr id="12" name="Etykieta nad tytułem (można usunąć)"/>
          <p:cNvSpPr txBox="1"/>
          <p:nvPr/>
        </p:nvSpPr>
        <p:spPr>
          <a:xfrm>
            <a:off x="7848000" y="1656000"/>
            <a:ext cx="3480000" cy="609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4000" b="0" i="0">
                <a:solidFill>
                  <a:schemeClr val="accent1"/>
                </a:solidFill>
                <a:latin typeface="+mj-lt"/>
              </a:rPr>
              <a:t>[Nowość]</a:t>
            </a:r>
          </a:p>
        </p:txBody>
      </p:sp>
      <p:sp>
        <p:nvSpPr>
          <p:cNvPr id="13" name="Tytuł slajdu"/>
          <p:cNvSpPr txBox="1"/>
          <p:nvPr/>
        </p:nvSpPr>
        <p:spPr>
          <a:xfrm>
            <a:off x="7848000" y="2301600"/>
            <a:ext cx="3480000" cy="157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6076"/>
              </a:lnSpc>
            </a:pPr>
            <a:r>
              <a:rPr sz="6200" b="0" i="0">
                <a:solidFill>
                  <a:schemeClr val="tx1"/>
                </a:solidFill>
                <a:latin typeface="+mj-lt"/>
              </a:rPr>
              <a:t>[Nazwa</a:t>
            </a:r>
          </a:p>
          <a:p>
            <a:pPr algn="l">
              <a:lnSpc>
                <a:spcPts val="6076"/>
              </a:lnSpc>
            </a:pPr>
            <a:r>
              <a:rPr sz="6200" b="0" i="0">
                <a:solidFill>
                  <a:schemeClr val="tx1"/>
                </a:solidFill>
                <a:latin typeface="+mj-lt"/>
              </a:rPr>
              <a:t>produktu]</a:t>
            </a:r>
          </a:p>
        </p:txBody>
      </p:sp>
      <p:sp>
        <p:nvSpPr>
          <p:cNvPr id="14" name="Tekst: [Jedno zdanie: główny claim z karty wpro"/>
          <p:cNvSpPr txBox="1"/>
          <p:nvPr/>
        </p:nvSpPr>
        <p:spPr>
          <a:xfrm>
            <a:off x="7848000" y="4006904"/>
            <a:ext cx="3480000" cy="685291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697"/>
              </a:lnSpc>
            </a:pPr>
            <a:r>
              <a:rPr sz="19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[Jedno zdanie: główny claim z karty wprowadzenia]</a:t>
            </a:r>
          </a:p>
        </p:txBody>
      </p:sp>
      <p:sp>
        <p:nvSpPr>
          <p:cNvPr id="15" name="Karta / tło (kolor z motywu)"/>
          <p:cNvSpPr/>
          <p:nvPr/>
        </p:nvSpPr>
        <p:spPr>
          <a:xfrm>
            <a:off x="7848000" y="4890196"/>
            <a:ext cx="1022940" cy="3240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accent3">
                <a:lumMod val="9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kst: [SMAK 1]"/>
          <p:cNvSpPr txBox="1"/>
          <p:nvPr/>
        </p:nvSpPr>
        <p:spPr>
          <a:xfrm>
            <a:off x="7848000" y="4890196"/>
            <a:ext cx="1022940" cy="324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100" b="1" i="0" spc="60">
                <a:solidFill>
                  <a:schemeClr val="tx1"/>
                </a:solidFill>
                <a:latin typeface="+mn-lt"/>
              </a:rPr>
              <a:t>[SMAK 1]</a:t>
            </a:r>
          </a:p>
        </p:txBody>
      </p:sp>
      <p:sp>
        <p:nvSpPr>
          <p:cNvPr id="17" name="Karta / tło (kolor z motywu)"/>
          <p:cNvSpPr/>
          <p:nvPr/>
        </p:nvSpPr>
        <p:spPr>
          <a:xfrm>
            <a:off x="8978940" y="4890196"/>
            <a:ext cx="1022940" cy="3240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accent3">
                <a:lumMod val="9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kst: [SMAK 2]"/>
          <p:cNvSpPr txBox="1"/>
          <p:nvPr/>
        </p:nvSpPr>
        <p:spPr>
          <a:xfrm>
            <a:off x="8978940" y="4890196"/>
            <a:ext cx="1022940" cy="324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100" b="1" i="0" spc="60">
                <a:solidFill>
                  <a:schemeClr val="tx1"/>
                </a:solidFill>
                <a:latin typeface="+mn-lt"/>
              </a:rPr>
              <a:t>[SMAK 2]</a:t>
            </a:r>
          </a:p>
        </p:txBody>
      </p:sp>
      <p:sp>
        <p:nvSpPr>
          <p:cNvPr id="19" name="Karta / tło (kolor z motywu)"/>
          <p:cNvSpPr/>
          <p:nvPr/>
        </p:nvSpPr>
        <p:spPr>
          <a:xfrm>
            <a:off x="10109880" y="4890196"/>
            <a:ext cx="1022940" cy="3240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accent3">
                <a:lumMod val="9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kst: [SMAK 3]"/>
          <p:cNvSpPr txBox="1"/>
          <p:nvPr/>
        </p:nvSpPr>
        <p:spPr>
          <a:xfrm>
            <a:off x="10109880" y="4890196"/>
            <a:ext cx="1022940" cy="324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100" b="1" i="0" spc="60">
                <a:solidFill>
                  <a:schemeClr val="tx1"/>
                </a:solidFill>
                <a:latin typeface="+mn-lt"/>
              </a:rPr>
              <a:t>[SMAK 3]</a:t>
            </a:r>
          </a:p>
        </p:txBody>
      </p:sp>
      <p:sp>
        <p:nvSpPr>
          <p:cNvPr id="21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Tekst: SLAJD 04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04 - do czego służy</a:t>
            </a:r>
          </a:p>
        </p:txBody>
      </p:sp>
      <p:sp>
        <p:nvSpPr>
          <p:cNvPr id="23" name="OPIS - tresc"/>
          <p:cNvSpPr/>
          <p:nvPr/>
        </p:nvSpPr>
        <p:spPr>
          <a:xfrm>
            <a:off x="12408000" y="522000"/>
            <a:ext cx="3060000" cy="14945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kst: Powitanie Z PRODUKTEM, wariant 1: paczka"/>
          <p:cNvSpPr txBox="1"/>
          <p:nvPr/>
        </p:nvSpPr>
        <p:spPr>
          <a:xfrm>
            <a:off x="12552000" y="666000"/>
            <a:ext cx="2772000" cy="14945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Powitanie Z PRODUKTEM, wariant 1:</a:t>
            </a:r>
          </a:p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paczka na granicy zieleni i tła.</a:t>
            </a:r>
          </a:p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Najmocniejsze wejście dla nowości.</a:t>
            </a:r>
          </a:p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Podmień packshot (prawy klik &gt; Zmień obraz) i elementy smaku.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ło - zieleń marki (kolor: Projektowanie &gt; Warianty &gt; Kolory)"/>
          <p:cNvSpPr/>
          <p:nvPr/>
        </p:nvSpPr>
        <p:spPr>
          <a:xfrm>
            <a:off x="0" y="0"/>
            <a:ext cx="6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Logo marki" descr="logo_white_bo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648000"/>
            <a:ext cx="2016000" cy="1486800"/>
          </a:xfrm>
          <a:prstGeom prst="rect">
            <a:avLst/>
          </a:prstGeom>
        </p:spPr>
      </p:pic>
      <p:sp>
        <p:nvSpPr>
          <p:cNvPr id="4" name="Etykieta nad tytułem (można usunąć)"/>
          <p:cNvSpPr txBox="1"/>
          <p:nvPr/>
        </p:nvSpPr>
        <p:spPr>
          <a:xfrm>
            <a:off x="864000" y="2808000"/>
            <a:ext cx="4824000" cy="6705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4400" b="0" i="0">
                <a:solidFill>
                  <a:schemeClr val="bg1">
                    <a:lumMod val="88000"/>
                  </a:schemeClr>
                </a:solidFill>
                <a:latin typeface="+mj-lt"/>
              </a:rPr>
              <a:t>[Nowość]</a:t>
            </a:r>
          </a:p>
        </p:txBody>
      </p:sp>
      <p:sp>
        <p:nvSpPr>
          <p:cNvPr id="5" name="Tytuł slajdu"/>
          <p:cNvSpPr txBox="1"/>
          <p:nvPr/>
        </p:nvSpPr>
        <p:spPr>
          <a:xfrm>
            <a:off x="864000" y="3514560"/>
            <a:ext cx="4824000" cy="177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6859"/>
              </a:lnSpc>
            </a:pPr>
            <a:r>
              <a:rPr sz="7000" b="0" i="0">
                <a:solidFill>
                  <a:schemeClr val="bg1"/>
                </a:solidFill>
                <a:latin typeface="+mj-lt"/>
              </a:rPr>
              <a:t>[Nazwa</a:t>
            </a:r>
          </a:p>
          <a:p>
            <a:pPr algn="l">
              <a:lnSpc>
                <a:spcPts val="6859"/>
              </a:lnSpc>
            </a:pPr>
            <a:r>
              <a:rPr sz="7000" b="0" i="0">
                <a:solidFill>
                  <a:schemeClr val="bg1"/>
                </a:solidFill>
                <a:latin typeface="+mj-lt"/>
              </a:rPr>
              <a:t>produktu]</a:t>
            </a:r>
          </a:p>
        </p:txBody>
      </p:sp>
      <p:sp>
        <p:nvSpPr>
          <p:cNvPr id="6" name="Tekst: [Jedno zdanie: główny claim z karty wpro"/>
          <p:cNvSpPr txBox="1"/>
          <p:nvPr/>
        </p:nvSpPr>
        <p:spPr>
          <a:xfrm>
            <a:off x="864000" y="5419000"/>
            <a:ext cx="4824000" cy="685291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697"/>
              </a:lnSpc>
            </a:pPr>
            <a:r>
              <a:rPr sz="1900" b="0" i="0">
                <a:solidFill>
                  <a:schemeClr val="bg1">
                    <a:lumMod val="88000"/>
                  </a:schemeClr>
                </a:solidFill>
                <a:latin typeface="+mn-lt"/>
              </a:rPr>
              <a:t>[Jedno zdanie: główny claim z karty wprowadzenia]</a:t>
            </a:r>
          </a:p>
        </p:txBody>
      </p:sp>
      <p:sp>
        <p:nvSpPr>
          <p:cNvPr id="7" name="Karta / tło (kolor z motywu)"/>
          <p:cNvSpPr/>
          <p:nvPr/>
        </p:nvSpPr>
        <p:spPr>
          <a:xfrm>
            <a:off x="864000" y="6302292"/>
            <a:ext cx="1022940" cy="3240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kst: [SMAK 1]"/>
          <p:cNvSpPr txBox="1"/>
          <p:nvPr/>
        </p:nvSpPr>
        <p:spPr>
          <a:xfrm>
            <a:off x="864000" y="6302292"/>
            <a:ext cx="1022940" cy="324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100" b="1" i="0" spc="60">
                <a:solidFill>
                  <a:schemeClr val="tx1"/>
                </a:solidFill>
                <a:latin typeface="+mn-lt"/>
              </a:rPr>
              <a:t>[SMAK 1]</a:t>
            </a:r>
          </a:p>
        </p:txBody>
      </p:sp>
      <p:sp>
        <p:nvSpPr>
          <p:cNvPr id="9" name="Karta / tło (kolor z motywu)"/>
          <p:cNvSpPr/>
          <p:nvPr/>
        </p:nvSpPr>
        <p:spPr>
          <a:xfrm>
            <a:off x="1994940" y="6302292"/>
            <a:ext cx="1022940" cy="3240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kst: [SMAK 2]"/>
          <p:cNvSpPr txBox="1"/>
          <p:nvPr/>
        </p:nvSpPr>
        <p:spPr>
          <a:xfrm>
            <a:off x="1994940" y="6302292"/>
            <a:ext cx="1022940" cy="324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100" b="1" i="0" spc="60">
                <a:solidFill>
                  <a:schemeClr val="tx1"/>
                </a:solidFill>
                <a:latin typeface="+mn-lt"/>
              </a:rPr>
              <a:t>[SMAK 2]</a:t>
            </a:r>
          </a:p>
        </p:txBody>
      </p:sp>
      <p:sp>
        <p:nvSpPr>
          <p:cNvPr id="11" name="Karta / tło (kolor z motywu)"/>
          <p:cNvSpPr/>
          <p:nvPr/>
        </p:nvSpPr>
        <p:spPr>
          <a:xfrm>
            <a:off x="3125880" y="6302292"/>
            <a:ext cx="1022940" cy="3240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kst: [SMAK 3]"/>
          <p:cNvSpPr txBox="1"/>
          <p:nvPr/>
        </p:nvSpPr>
        <p:spPr>
          <a:xfrm>
            <a:off x="3125880" y="6302292"/>
            <a:ext cx="1022940" cy="324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100" b="1" i="0" spc="60">
                <a:solidFill>
                  <a:schemeClr val="tx1"/>
                </a:solidFill>
                <a:latin typeface="+mn-lt"/>
              </a:rPr>
              <a:t>[SMAK 3]</a:t>
            </a:r>
          </a:p>
        </p:txBody>
      </p:sp>
      <p:grpSp>
        <p:nvGrpSpPr>
          <p:cNvPr id="25" name="Produkt z owocami (grupa) - przesuwaj całość; kliknij 2x, by zmienić obraz"/>
          <p:cNvGrpSpPr/>
          <p:nvPr/>
        </p:nvGrpSpPr>
        <p:grpSpPr>
          <a:xfrm>
            <a:off x="6480016" y="1260000"/>
            <a:ext cx="5362166" cy="5426861"/>
            <a:chOff x="6480016" y="1260000"/>
            <a:chExt cx="5362166" cy="5426861"/>
          </a:xfrm>
        </p:grpSpPr>
        <p:pic>
          <p:nvPicPr>
            <p:cNvPr id="13" name="Owoc / element smaku - prawy klik: Zmień obraz albo Delete" descr="p_arbuz_klin1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rot="1440000">
              <a:off x="10906852" y="1645920"/>
              <a:ext cx="667938" cy="771840"/>
            </a:xfrm>
            <a:prstGeom prst="rect">
              <a:avLst/>
            </a:prstGeom>
          </p:spPr>
        </p:pic>
        <p:sp>
          <p:nvSpPr>
            <p:cNvPr id="14" name="Cień pod paczką"/>
            <p:cNvSpPr/>
            <p:nvPr/>
          </p:nvSpPr>
          <p:spPr>
            <a:xfrm rot="300000">
              <a:off x="7570016" y="5749359"/>
              <a:ext cx="3243967" cy="478058"/>
            </a:xfrm>
            <a:prstGeom prst="ellipse">
              <a:avLst/>
            </a:prstGeom>
            <a:solidFill>
              <a:srgbClr val="3B2A20"/>
            </a:solidFill>
            <a:ln>
              <a:noFill/>
            </a:ln>
            <a:effectLst>
              <a:softEdge rad="127000"/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15" name="Packshot - prawy klik: Zmień obraz (PNG bez tła)" descr="pack_cola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300000">
              <a:off x="7484648" y="1260000"/>
              <a:ext cx="3414702" cy="4824000"/>
            </a:xfrm>
            <a:prstGeom prst="rect">
              <a:avLst/>
            </a:prstGeom>
          </p:spPr>
        </p:pic>
        <p:pic>
          <p:nvPicPr>
            <p:cNvPr id="16" name="Owoc / element smaku - prawy klik: Zmień obraz albo Delete" descr="p_kulka_ugryz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rot="20640000">
              <a:off x="6480016" y="2267905"/>
              <a:ext cx="916560" cy="878588"/>
            </a:xfrm>
            <a:prstGeom prst="rect">
              <a:avLst/>
            </a:prstGeom>
          </p:spPr>
        </p:pic>
        <p:pic>
          <p:nvPicPr>
            <p:cNvPr id="17" name="Owoc / element smaku - prawy klik: Zmień obraz albo Delete" descr="p_mango_kostka.pn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600000">
              <a:off x="6636658" y="4969331"/>
              <a:ext cx="1013040" cy="878617"/>
            </a:xfrm>
            <a:prstGeom prst="rect">
              <a:avLst/>
            </a:prstGeom>
          </p:spPr>
        </p:pic>
        <p:pic>
          <p:nvPicPr>
            <p:cNvPr id="18" name="Owoc / element smaku - prawy klik: Zmień obraz albo Delete" descr="p_marakuja_pol1.png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20880000">
              <a:off x="10912635" y="4154400"/>
              <a:ext cx="929547" cy="964800"/>
            </a:xfrm>
            <a:prstGeom prst="rect">
              <a:avLst/>
            </a:prstGeom>
          </p:spPr>
        </p:pic>
        <p:pic>
          <p:nvPicPr>
            <p:cNvPr id="19" name="Owoc / element smaku - prawy klik: Zmień obraz albo Delete" descr="p_cola_cytryna_plaster.png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 rot="2040000">
              <a:off x="8034791" y="5983252"/>
              <a:ext cx="675360" cy="490934"/>
            </a:xfrm>
            <a:prstGeom prst="rect">
              <a:avLst/>
            </a:prstGeom>
          </p:spPr>
        </p:pic>
        <p:pic>
          <p:nvPicPr>
            <p:cNvPr id="20" name="Owoc / element smaku - prawy klik: Zmień obraz albo Delete" descr="p_kulka.png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19920000">
              <a:off x="9830490" y="5963537"/>
              <a:ext cx="771840" cy="723324"/>
            </a:xfrm>
            <a:prstGeom prst="rect">
              <a:avLst/>
            </a:prstGeom>
          </p:spPr>
        </p:pic>
      </p:grpSp>
      <p:sp>
        <p:nvSpPr>
          <p:cNvPr id="21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Tekst: SLAJD 05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05 - do czego służy</a:t>
            </a:r>
          </a:p>
        </p:txBody>
      </p:sp>
      <p:sp>
        <p:nvSpPr>
          <p:cNvPr id="23" name="OPIS - tresc"/>
          <p:cNvSpPr/>
          <p:nvPr/>
        </p:nvSpPr>
        <p:spPr>
          <a:xfrm>
            <a:off x="12408000" y="522000"/>
            <a:ext cx="3060000" cy="12532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kst: Powitanie Z PRODUKTEM, wariant 2: tytuł "/>
          <p:cNvSpPr txBox="1"/>
          <p:nvPr/>
        </p:nvSpPr>
        <p:spPr>
          <a:xfrm>
            <a:off x="12552000" y="666000"/>
            <a:ext cx="2772000" cy="125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Powitanie Z PRODUKTEM, wariant 2:</a:t>
            </a:r>
          </a:p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tytuł biały na zieleni, paczka po jasnej stronie. Dobre do prezentacji dla sieci handlowej.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ło - zieleń marki (kolor: Projektowanie &gt; Warianty &gt; Kolory)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Logo marki" descr="logo_white_bo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6000" y="2181150"/>
            <a:ext cx="3384000" cy="2495700"/>
          </a:xfrm>
          <a:prstGeom prst="rect">
            <a:avLst/>
          </a:prstGeom>
        </p:spPr>
      </p:pic>
      <p:sp>
        <p:nvSpPr>
          <p:cNvPr id="4" name="Etykieta nad tytułem (można usunąć)"/>
          <p:cNvSpPr txBox="1"/>
          <p:nvPr/>
        </p:nvSpPr>
        <p:spPr>
          <a:xfrm>
            <a:off x="6780000" y="540000"/>
            <a:ext cx="4728000" cy="4876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3200" b="0" i="0">
                <a:solidFill>
                  <a:schemeClr val="accent1"/>
                </a:solidFill>
                <a:latin typeface="+mj-lt"/>
              </a:rPr>
              <a:t>[Nowość]</a:t>
            </a:r>
          </a:p>
        </p:txBody>
      </p:sp>
      <p:sp>
        <p:nvSpPr>
          <p:cNvPr id="5" name="Tytuł slajdu"/>
          <p:cNvSpPr txBox="1"/>
          <p:nvPr/>
        </p:nvSpPr>
        <p:spPr>
          <a:xfrm>
            <a:off x="6780000" y="1063680"/>
            <a:ext cx="4728000" cy="609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4704"/>
              </a:lnSpc>
            </a:pPr>
            <a:r>
              <a:rPr sz="4800" b="0" i="0">
                <a:solidFill>
                  <a:schemeClr val="tx1"/>
                </a:solidFill>
                <a:latin typeface="+mj-lt"/>
              </a:rPr>
              <a:t>[Nazwa produktu]</a:t>
            </a:r>
          </a:p>
        </p:txBody>
      </p:sp>
      <p:sp>
        <p:nvSpPr>
          <p:cNvPr id="6" name="Karta / tło (kolor z motywu)"/>
          <p:cNvSpPr/>
          <p:nvPr/>
        </p:nvSpPr>
        <p:spPr>
          <a:xfrm>
            <a:off x="6780000" y="1823088"/>
            <a:ext cx="1022940" cy="3240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accent3">
                <a:lumMod val="9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kst: [SMAK 1]"/>
          <p:cNvSpPr txBox="1"/>
          <p:nvPr/>
        </p:nvSpPr>
        <p:spPr>
          <a:xfrm>
            <a:off x="6780000" y="1823088"/>
            <a:ext cx="1022940" cy="324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100" b="1" i="0" spc="60">
                <a:solidFill>
                  <a:schemeClr val="tx1"/>
                </a:solidFill>
                <a:latin typeface="+mn-lt"/>
              </a:rPr>
              <a:t>[SMAK 1]</a:t>
            </a:r>
          </a:p>
        </p:txBody>
      </p:sp>
      <p:sp>
        <p:nvSpPr>
          <p:cNvPr id="8" name="Karta / tło (kolor z motywu)"/>
          <p:cNvSpPr/>
          <p:nvPr/>
        </p:nvSpPr>
        <p:spPr>
          <a:xfrm>
            <a:off x="7910940" y="1823088"/>
            <a:ext cx="1022940" cy="3240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accent3">
                <a:lumMod val="9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kst: [SMAK 2]"/>
          <p:cNvSpPr txBox="1"/>
          <p:nvPr/>
        </p:nvSpPr>
        <p:spPr>
          <a:xfrm>
            <a:off x="7910940" y="1823088"/>
            <a:ext cx="1022940" cy="324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100" b="1" i="0" spc="60">
                <a:solidFill>
                  <a:schemeClr val="tx1"/>
                </a:solidFill>
                <a:latin typeface="+mn-lt"/>
              </a:rPr>
              <a:t>[SMAK 2]</a:t>
            </a:r>
          </a:p>
        </p:txBody>
      </p:sp>
      <p:sp>
        <p:nvSpPr>
          <p:cNvPr id="10" name="Karta / tło (kolor z motywu)"/>
          <p:cNvSpPr/>
          <p:nvPr/>
        </p:nvSpPr>
        <p:spPr>
          <a:xfrm>
            <a:off x="9041880" y="1823088"/>
            <a:ext cx="1022940" cy="3240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accent3">
                <a:lumMod val="9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kst: [SMAK 3]"/>
          <p:cNvSpPr txBox="1"/>
          <p:nvPr/>
        </p:nvSpPr>
        <p:spPr>
          <a:xfrm>
            <a:off x="9041880" y="1823088"/>
            <a:ext cx="1022940" cy="324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100" b="1" i="0" spc="60">
                <a:solidFill>
                  <a:schemeClr val="tx1"/>
                </a:solidFill>
                <a:latin typeface="+mn-lt"/>
              </a:rPr>
              <a:t>[SMAK 3]</a:t>
            </a:r>
          </a:p>
        </p:txBody>
      </p:sp>
      <p:grpSp>
        <p:nvGrpSpPr>
          <p:cNvPr id="24" name="Produkt z owocami (grupa) - przesuwaj całość; kliknij 2x, by zmienić obraz"/>
          <p:cNvGrpSpPr/>
          <p:nvPr/>
        </p:nvGrpSpPr>
        <p:grpSpPr>
          <a:xfrm>
            <a:off x="7039176" y="2484000"/>
            <a:ext cx="4161682" cy="4211892"/>
            <a:chOff x="7039176" y="2484000"/>
            <a:chExt cx="4161682" cy="4211892"/>
          </a:xfrm>
        </p:grpSpPr>
        <p:pic>
          <p:nvPicPr>
            <p:cNvPr id="12" name="Owoc / element smaku - prawy klik: Zmień obraz albo Delete" descr="p_arbuz_klin1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rot="1440000">
              <a:off x="10474930" y="2783520"/>
              <a:ext cx="518400" cy="599040"/>
            </a:xfrm>
            <a:prstGeom prst="rect">
              <a:avLst/>
            </a:prstGeom>
          </p:spPr>
        </p:pic>
        <p:sp>
          <p:nvSpPr>
            <p:cNvPr id="13" name="Cień pod paczką"/>
            <p:cNvSpPr/>
            <p:nvPr/>
          </p:nvSpPr>
          <p:spPr>
            <a:xfrm rot="21360000">
              <a:off x="7885146" y="5968278"/>
              <a:ext cx="2517706" cy="371030"/>
            </a:xfrm>
            <a:prstGeom prst="ellipse">
              <a:avLst/>
            </a:prstGeom>
            <a:solidFill>
              <a:srgbClr val="3B2A20"/>
            </a:solidFill>
            <a:ln>
              <a:noFill/>
            </a:ln>
            <a:effectLst>
              <a:softEdge rad="127000"/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14" name="Packshot - prawy klik: Zmień obraz (PNG bez tła)" descr="pack_cola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21360000">
              <a:off x="7818891" y="2484000"/>
              <a:ext cx="2650217" cy="3744000"/>
            </a:xfrm>
            <a:prstGeom prst="rect">
              <a:avLst/>
            </a:prstGeom>
          </p:spPr>
        </p:pic>
        <p:pic>
          <p:nvPicPr>
            <p:cNvPr id="15" name="Owoc / element smaku - prawy klik: Zmień obraz albo Delete" descr="p_kulka_ugryz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rot="20640000">
              <a:off x="7039176" y="3266255"/>
              <a:ext cx="711360" cy="681889"/>
            </a:xfrm>
            <a:prstGeom prst="rect">
              <a:avLst/>
            </a:prstGeom>
          </p:spPr>
        </p:pic>
        <p:pic>
          <p:nvPicPr>
            <p:cNvPr id="16" name="Owoc / element smaku - prawy klik: Zmień obraz albo Delete" descr="p_mango_kostka.pn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600000">
              <a:off x="7160749" y="5362884"/>
              <a:ext cx="786240" cy="681912"/>
            </a:xfrm>
            <a:prstGeom prst="rect">
              <a:avLst/>
            </a:prstGeom>
          </p:spPr>
        </p:pic>
        <p:pic>
          <p:nvPicPr>
            <p:cNvPr id="17" name="Owoc / element smaku - prawy klik: Zmień obraz albo Delete" descr="p_marakuja_pol1.png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20880000">
              <a:off x="10479418" y="4730400"/>
              <a:ext cx="721440" cy="748800"/>
            </a:xfrm>
            <a:prstGeom prst="rect">
              <a:avLst/>
            </a:prstGeom>
          </p:spPr>
        </p:pic>
        <p:pic>
          <p:nvPicPr>
            <p:cNvPr id="18" name="Owoc / element smaku - prawy klik: Zmień obraz albo Delete" descr="p_cola_cytryna_plaster.png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 rot="2040000">
              <a:off x="8245867" y="6149808"/>
              <a:ext cx="524160" cy="381024"/>
            </a:xfrm>
            <a:prstGeom prst="rect">
              <a:avLst/>
            </a:prstGeom>
          </p:spPr>
        </p:pic>
        <p:pic>
          <p:nvPicPr>
            <p:cNvPr id="19" name="Owoc / element smaku - prawy klik: Zmień obraz albo Delete" descr="p_kulka.png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19920000">
              <a:off x="9639545" y="6134506"/>
              <a:ext cx="599040" cy="561386"/>
            </a:xfrm>
            <a:prstGeom prst="rect">
              <a:avLst/>
            </a:prstGeom>
          </p:spPr>
        </p:pic>
      </p:grpSp>
      <p:sp>
        <p:nvSpPr>
          <p:cNvPr id="20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kst: SLAJD 06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06 - do czego służy</a:t>
            </a:r>
          </a:p>
        </p:txBody>
      </p:sp>
      <p:sp>
        <p:nvSpPr>
          <p:cNvPr id="22" name="OPIS - tresc"/>
          <p:cNvSpPr/>
          <p:nvPr/>
        </p:nvSpPr>
        <p:spPr>
          <a:xfrm>
            <a:off x="12408000" y="522000"/>
            <a:ext cx="3060000" cy="12532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kst: Powitanie Z PRODUKTEM, wariant 3: klasyc"/>
          <p:cNvSpPr txBox="1"/>
          <p:nvPr/>
        </p:nvSpPr>
        <p:spPr>
          <a:xfrm>
            <a:off x="12552000" y="666000"/>
            <a:ext cx="2772000" cy="125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Powitanie Z PRODUKTEM, wariant 3:</a:t>
            </a:r>
          </a:p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klasyczny podział 50/50 jak dawny wzór (duże logo na środku zieleni).</a:t>
            </a:r>
          </a:p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Najbezpieczniejszy wybór.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ło - zieleń marki (kolor: Projektowanie &gt; Warianty &gt; Kolory)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Logo marki" descr="logo_white_bo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6000" y="2181150"/>
            <a:ext cx="3384000" cy="2495700"/>
          </a:xfrm>
          <a:prstGeom prst="rect">
            <a:avLst/>
          </a:prstGeom>
        </p:spPr>
      </p:pic>
      <p:sp>
        <p:nvSpPr>
          <p:cNvPr id="4" name="Etykieta nad tytułem (można usunąć)"/>
          <p:cNvSpPr txBox="1"/>
          <p:nvPr/>
        </p:nvSpPr>
        <p:spPr>
          <a:xfrm>
            <a:off x="6888000" y="1872000"/>
            <a:ext cx="7200000" cy="252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400" b="1" i="0" spc="150">
                <a:solidFill>
                  <a:schemeClr val="accent5"/>
                </a:solidFill>
                <a:latin typeface="+mn-lt"/>
              </a:rPr>
              <a:t>[RODZAJ SPOTKANIA]</a:t>
            </a:r>
          </a:p>
        </p:txBody>
      </p:sp>
      <p:sp>
        <p:nvSpPr>
          <p:cNvPr id="5" name="Tytuł slajdu"/>
          <p:cNvSpPr txBox="1"/>
          <p:nvPr/>
        </p:nvSpPr>
        <p:spPr>
          <a:xfrm>
            <a:off x="6888000" y="2232000"/>
            <a:ext cx="4440000" cy="147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684"/>
              </a:lnSpc>
            </a:pPr>
            <a:r>
              <a:rPr sz="5800" b="0" i="0">
                <a:solidFill>
                  <a:schemeClr val="tx1"/>
                </a:solidFill>
                <a:latin typeface="+mj-lt"/>
              </a:rPr>
              <a:t>[Tytuł</a:t>
            </a:r>
          </a:p>
          <a:p>
            <a:pPr algn="l">
              <a:lnSpc>
                <a:spcPts val="5684"/>
              </a:lnSpc>
            </a:pPr>
            <a:r>
              <a:rPr sz="5800" b="0" i="0">
                <a:solidFill>
                  <a:schemeClr val="tx1"/>
                </a:solidFill>
                <a:latin typeface="+mj-lt"/>
              </a:rPr>
              <a:t>prezentacji]</a:t>
            </a:r>
          </a:p>
        </p:txBody>
      </p:sp>
      <p:sp>
        <p:nvSpPr>
          <p:cNvPr id="6" name="Karta / tło (kolor z motywu)"/>
          <p:cNvSpPr/>
          <p:nvPr/>
        </p:nvSpPr>
        <p:spPr>
          <a:xfrm>
            <a:off x="6888000" y="3873736"/>
            <a:ext cx="1152000" cy="79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kst: [Czego dotyczy spotkanie i dla kogo]"/>
          <p:cNvSpPr txBox="1"/>
          <p:nvPr/>
        </p:nvSpPr>
        <p:spPr>
          <a:xfrm>
            <a:off x="6888000" y="4161736"/>
            <a:ext cx="4440000" cy="144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800"/>
              </a:lnSpc>
            </a:pPr>
            <a:r>
              <a:rPr sz="20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[Czego dotyczy spotkanie i dla kogo]</a:t>
            </a:r>
          </a:p>
        </p:txBody>
      </p:sp>
      <p:sp>
        <p:nvSpPr>
          <p:cNvPr id="8" name="Tekst: [Imię Nazwisko] · [dział] · [data]"/>
          <p:cNvSpPr txBox="1"/>
          <p:nvPr/>
        </p:nvSpPr>
        <p:spPr>
          <a:xfrm>
            <a:off x="6888000" y="5994000"/>
            <a:ext cx="4440000" cy="28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30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[Imię Nazwisko] · [dział] · [data]</a:t>
            </a:r>
          </a:p>
        </p:txBody>
      </p:sp>
      <p:sp>
        <p:nvSpPr>
          <p:cNvPr id="9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kst: SLAJD 07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07 - do czego służy</a:t>
            </a:r>
          </a:p>
        </p:txBody>
      </p:sp>
      <p:sp>
        <p:nvSpPr>
          <p:cNvPr id="11" name="OPIS - tresc"/>
          <p:cNvSpPr/>
          <p:nvPr/>
        </p:nvSpPr>
        <p:spPr>
          <a:xfrm>
            <a:off x="12408000" y="522000"/>
            <a:ext cx="3060000" cy="10119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kst: Powitanie BEZ PRODUKTU, wariant 1: podzi"/>
          <p:cNvSpPr txBox="1"/>
          <p:nvPr/>
        </p:nvSpPr>
        <p:spPr>
          <a:xfrm>
            <a:off x="12552000" y="666000"/>
            <a:ext cx="2772000" cy="10119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Powitanie BEZ PRODUKTU, wariant 1:</a:t>
            </a:r>
          </a:p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podział 50/50 z logo. Spotkania, raporty, prezentacje firmowe.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 marki" descr="logo_white_bo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648000"/>
            <a:ext cx="1872000" cy="1380600"/>
          </a:xfrm>
          <a:prstGeom prst="rect">
            <a:avLst/>
          </a:prstGeom>
        </p:spPr>
      </p:pic>
      <p:pic>
        <p:nvPicPr>
          <p:cNvPr id="3" name="Ikona / grafika - prawy klik: Zmień obraz" descr="p_kulka_ugryz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0520000">
            <a:off x="10680000" y="720000"/>
            <a:ext cx="1201788" cy="1152000"/>
          </a:xfrm>
          <a:prstGeom prst="rect">
            <a:avLst/>
          </a:prstGeom>
        </p:spPr>
      </p:pic>
      <p:pic>
        <p:nvPicPr>
          <p:cNvPr id="4" name="Ikona / grafika - prawy klik: Zmień obraz" descr="p_arbuz_klin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320000">
            <a:off x="11436000" y="2304000"/>
            <a:ext cx="747692" cy="864000"/>
          </a:xfrm>
          <a:prstGeom prst="rect">
            <a:avLst/>
          </a:prstGeom>
        </p:spPr>
      </p:pic>
      <p:pic>
        <p:nvPicPr>
          <p:cNvPr id="5" name="Ikona / grafika - prawy klik: Zmień obraz" descr="p_mango_kostk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480000">
            <a:off x="10104000" y="3456000"/>
            <a:ext cx="1162217" cy="1008000"/>
          </a:xfrm>
          <a:prstGeom prst="rect">
            <a:avLst/>
          </a:prstGeom>
        </p:spPr>
      </p:pic>
      <p:pic>
        <p:nvPicPr>
          <p:cNvPr id="6" name="Ikona / grafika - prawy klik: Zmień obraz" descr="p_marakuja_pol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19800000">
            <a:off x="11112000" y="4752000"/>
            <a:ext cx="693692" cy="720000"/>
          </a:xfrm>
          <a:prstGeom prst="rect">
            <a:avLst/>
          </a:prstGeom>
        </p:spPr>
      </p:pic>
      <p:pic>
        <p:nvPicPr>
          <p:cNvPr id="7" name="Ikona / grafika - prawy klik: Zmień obraz" descr="p_cola_cytryna_plast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840000">
            <a:off x="11760000" y="5616000"/>
            <a:ext cx="1287619" cy="936000"/>
          </a:xfrm>
          <a:prstGeom prst="rect">
            <a:avLst/>
          </a:prstGeom>
        </p:spPr>
      </p:pic>
      <p:sp>
        <p:nvSpPr>
          <p:cNvPr id="8" name="Etykieta nad tytułem (można usunąć)"/>
          <p:cNvSpPr txBox="1"/>
          <p:nvPr/>
        </p:nvSpPr>
        <p:spPr>
          <a:xfrm>
            <a:off x="864000" y="2990000"/>
            <a:ext cx="7920000" cy="252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400" b="1" i="0" spc="150">
                <a:solidFill>
                  <a:schemeClr val="bg1">
                    <a:lumMod val="88000"/>
                  </a:schemeClr>
                </a:solidFill>
                <a:latin typeface="+mn-lt"/>
              </a:rPr>
              <a:t>[RODZAJ WYDARZENIA]</a:t>
            </a:r>
          </a:p>
        </p:txBody>
      </p:sp>
      <p:sp>
        <p:nvSpPr>
          <p:cNvPr id="9" name="Tytuł slajdu"/>
          <p:cNvSpPr txBox="1"/>
          <p:nvPr/>
        </p:nvSpPr>
        <p:spPr>
          <a:xfrm>
            <a:off x="864000" y="3314000"/>
            <a:ext cx="7920000" cy="2032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7840"/>
              </a:lnSpc>
            </a:pPr>
            <a:r>
              <a:rPr sz="8000" b="0" i="0">
                <a:solidFill>
                  <a:schemeClr val="bg1"/>
                </a:solidFill>
                <a:latin typeface="+mj-lt"/>
              </a:rPr>
              <a:t>[Tytuł</a:t>
            </a:r>
          </a:p>
          <a:p>
            <a:pPr algn="l">
              <a:lnSpc>
                <a:spcPts val="7840"/>
              </a:lnSpc>
            </a:pPr>
            <a:r>
              <a:rPr sz="8000" b="0" i="0">
                <a:solidFill>
                  <a:schemeClr val="bg1"/>
                </a:solidFill>
                <a:latin typeface="+mj-lt"/>
              </a:rPr>
              <a:t>prezentacji]</a:t>
            </a:r>
          </a:p>
        </p:txBody>
      </p:sp>
      <p:sp>
        <p:nvSpPr>
          <p:cNvPr id="10" name="Tekst: [Data i miejsce]"/>
          <p:cNvSpPr txBox="1"/>
          <p:nvPr/>
        </p:nvSpPr>
        <p:spPr>
          <a:xfrm>
            <a:off x="864000" y="5562000"/>
            <a:ext cx="7920000" cy="72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900" b="0" i="0">
                <a:solidFill>
                  <a:schemeClr val="bg1">
                    <a:lumMod val="88000"/>
                  </a:schemeClr>
                </a:solidFill>
                <a:latin typeface="+mn-lt"/>
              </a:rPr>
              <a:t>[Data i miejsce]</a:t>
            </a:r>
          </a:p>
        </p:txBody>
      </p:sp>
      <p:sp>
        <p:nvSpPr>
          <p:cNvPr id="11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kst: SLAJD 08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08 - do czego służy</a:t>
            </a:r>
          </a:p>
        </p:txBody>
      </p:sp>
      <p:sp>
        <p:nvSpPr>
          <p:cNvPr id="13" name="OPIS - tresc"/>
          <p:cNvSpPr/>
          <p:nvPr/>
        </p:nvSpPr>
        <p:spPr>
          <a:xfrm>
            <a:off x="12408000" y="522000"/>
            <a:ext cx="3060000" cy="12532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kst: Powitanie BEZ PRODUKTU, wariant 2: cała "/>
          <p:cNvSpPr txBox="1"/>
          <p:nvPr/>
        </p:nvSpPr>
        <p:spPr>
          <a:xfrm>
            <a:off x="12552000" y="666000"/>
            <a:ext cx="2772000" cy="125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Powitanie BEZ PRODUKTU, wariant 2:</a:t>
            </a:r>
          </a:p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cała zieleń marki, duży biały tytuł, drobne owoce przy krawędzi. Na otwarcie konferencji, szkolenia, eventu.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ło - zieleń marki (kolor: Projektowanie &gt; Warianty &gt; Kolory)"/>
          <p:cNvSpPr/>
          <p:nvPr/>
        </p:nvSpPr>
        <p:spPr>
          <a:xfrm>
            <a:off x="0" y="0"/>
            <a:ext cx="12192000" cy="2232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Logo marki" descr="logo_white_bo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452250"/>
            <a:ext cx="1800000" cy="1327500"/>
          </a:xfrm>
          <a:prstGeom prst="rect">
            <a:avLst/>
          </a:prstGeom>
        </p:spPr>
      </p:pic>
      <p:sp>
        <p:nvSpPr>
          <p:cNvPr id="4" name="Tekst: [RAPORT]"/>
          <p:cNvSpPr txBox="1"/>
          <p:nvPr/>
        </p:nvSpPr>
        <p:spPr>
          <a:xfrm>
            <a:off x="6288000" y="972000"/>
            <a:ext cx="5040000" cy="28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/>
            <a:r>
              <a:rPr sz="1300" b="1" i="0" spc="200">
                <a:solidFill>
                  <a:schemeClr val="bg1">
                    <a:lumMod val="88000"/>
                  </a:schemeClr>
                </a:solidFill>
                <a:latin typeface="+mn-lt"/>
              </a:rPr>
              <a:t>[RAPORT]</a:t>
            </a:r>
          </a:p>
        </p:txBody>
      </p:sp>
      <p:sp>
        <p:nvSpPr>
          <p:cNvPr id="5" name="Tytuł slajdu"/>
          <p:cNvSpPr txBox="1"/>
          <p:nvPr/>
        </p:nvSpPr>
        <p:spPr>
          <a:xfrm>
            <a:off x="864000" y="2808000"/>
            <a:ext cx="10464000" cy="1066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8231"/>
              </a:lnSpc>
            </a:pPr>
            <a:r>
              <a:rPr sz="8400" b="0" i="0">
                <a:solidFill>
                  <a:schemeClr val="tx1"/>
                </a:solidFill>
                <a:latin typeface="+mj-lt"/>
              </a:rPr>
              <a:t>[Tytuł prezentacji]</a:t>
            </a:r>
          </a:p>
        </p:txBody>
      </p:sp>
      <p:sp>
        <p:nvSpPr>
          <p:cNvPr id="6" name="Tekst: [Zakres, okres, odbiorca]"/>
          <p:cNvSpPr txBox="1"/>
          <p:nvPr/>
        </p:nvSpPr>
        <p:spPr>
          <a:xfrm>
            <a:off x="864000" y="4033464"/>
            <a:ext cx="8640000" cy="108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800"/>
              </a:lnSpc>
            </a:pPr>
            <a:r>
              <a:rPr sz="20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[Zakres, okres, odbiorca]</a:t>
            </a:r>
          </a:p>
        </p:txBody>
      </p:sp>
      <p:sp>
        <p:nvSpPr>
          <p:cNvPr id="7" name="Karta / tło (kolor z motywu)"/>
          <p:cNvSpPr/>
          <p:nvPr/>
        </p:nvSpPr>
        <p:spPr>
          <a:xfrm>
            <a:off x="864000" y="6030000"/>
            <a:ext cx="10464000" cy="14400"/>
          </a:xfrm>
          <a:prstGeom prst="rect">
            <a:avLst/>
          </a:prstGeom>
          <a:solidFill>
            <a:schemeClr val="accent3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kst: [Imię Nazwisko] · [data]"/>
          <p:cNvSpPr txBox="1"/>
          <p:nvPr/>
        </p:nvSpPr>
        <p:spPr>
          <a:xfrm>
            <a:off x="864000" y="6174000"/>
            <a:ext cx="8640000" cy="28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30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[Imię Nazwisko] · [data]</a:t>
            </a:r>
          </a:p>
        </p:txBody>
      </p:sp>
      <p:sp>
        <p:nvSpPr>
          <p:cNvPr id="9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kst: SLAJD 09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09 - do czego służy</a:t>
            </a:r>
          </a:p>
        </p:txBody>
      </p:sp>
      <p:sp>
        <p:nvSpPr>
          <p:cNvPr id="11" name="OPIS - tresc"/>
          <p:cNvSpPr/>
          <p:nvPr/>
        </p:nvSpPr>
        <p:spPr>
          <a:xfrm>
            <a:off x="12408000" y="522000"/>
            <a:ext cx="3060000" cy="12532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kst: Powitanie BEZ PRODUKTU, wariant 3: jasne"/>
          <p:cNvSpPr txBox="1"/>
          <p:nvPr/>
        </p:nvSpPr>
        <p:spPr>
          <a:xfrm>
            <a:off x="12552000" y="666000"/>
            <a:ext cx="2772000" cy="125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Powitanie BEZ PRODUKTU, wariant 3:</a:t>
            </a:r>
          </a:p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jasne tło, zielony pas z logo, bardzo duży tytuł. Raporty, podsumowania kwartału, prezentacje wewnętrzne.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slajdu"/>
          <p:cNvSpPr txBox="1"/>
          <p:nvPr/>
        </p:nvSpPr>
        <p:spPr>
          <a:xfrm>
            <a:off x="864000" y="828000"/>
            <a:ext cx="9360000" cy="50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4000"/>
              </a:lnSpc>
            </a:pPr>
            <a:r>
              <a:rPr sz="4000" b="0" i="0">
                <a:solidFill>
                  <a:schemeClr val="tx1"/>
                </a:solidFill>
                <a:latin typeface="+mj-lt"/>
              </a:rPr>
              <a:t>Agenda</a:t>
            </a:r>
          </a:p>
        </p:txBody>
      </p:sp>
      <p:pic>
        <p:nvPicPr>
          <p:cNvPr id="3" name="Logo marki" descr="logo_green_bo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4000" y="540000"/>
            <a:ext cx="684000" cy="504450"/>
          </a:xfrm>
          <a:prstGeom prst="rect">
            <a:avLst/>
          </a:prstGeom>
        </p:spPr>
      </p:pic>
      <p:sp>
        <p:nvSpPr>
          <p:cNvPr id="4" name="Numer slajdu"/>
          <p:cNvSpPr txBox="1"/>
          <p:nvPr/>
        </p:nvSpPr>
        <p:spPr>
          <a:xfrm>
            <a:off x="10788000" y="6426000"/>
            <a:ext cx="540000" cy="216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/>
            <a:r>
              <a:rPr sz="105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10</a:t>
            </a:r>
          </a:p>
        </p:txBody>
      </p:sp>
      <p:sp>
        <p:nvSpPr>
          <p:cNvPr id="5" name="Karta / tło (kolor z motywu)"/>
          <p:cNvSpPr/>
          <p:nvPr/>
        </p:nvSpPr>
        <p:spPr>
          <a:xfrm>
            <a:off x="864000" y="1908000"/>
            <a:ext cx="4962000" cy="10800"/>
          </a:xfrm>
          <a:prstGeom prst="rect">
            <a:avLst/>
          </a:prstGeom>
          <a:solidFill>
            <a:schemeClr val="accent3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Numer slajdu"/>
          <p:cNvSpPr txBox="1"/>
          <p:nvPr/>
        </p:nvSpPr>
        <p:spPr>
          <a:xfrm>
            <a:off x="864000" y="2034000"/>
            <a:ext cx="864000" cy="792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3400" b="0" i="0">
                <a:solidFill>
                  <a:schemeClr val="accent1"/>
                </a:solidFill>
                <a:latin typeface="+mj-lt"/>
              </a:rPr>
              <a:t>01</a:t>
            </a:r>
          </a:p>
        </p:txBody>
      </p:sp>
      <p:sp>
        <p:nvSpPr>
          <p:cNvPr id="7" name="Tekst: [Punkt 1]"/>
          <p:cNvSpPr txBox="1"/>
          <p:nvPr/>
        </p:nvSpPr>
        <p:spPr>
          <a:xfrm>
            <a:off x="1800000" y="2070000"/>
            <a:ext cx="4026000" cy="32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2000" b="1" i="0">
                <a:solidFill>
                  <a:schemeClr val="tx1"/>
                </a:solidFill>
                <a:latin typeface="+mn-lt"/>
              </a:rPr>
              <a:t>[Punkt 1]</a:t>
            </a:r>
          </a:p>
        </p:txBody>
      </p:sp>
      <p:sp>
        <p:nvSpPr>
          <p:cNvPr id="8" name="Tekst: [krótko, czego dotyczy]"/>
          <p:cNvSpPr txBox="1"/>
          <p:nvPr/>
        </p:nvSpPr>
        <p:spPr>
          <a:xfrm>
            <a:off x="1800000" y="2376000"/>
            <a:ext cx="4026000" cy="432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4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[krótko, czego dotyczy]</a:t>
            </a:r>
          </a:p>
        </p:txBody>
      </p:sp>
      <p:sp>
        <p:nvSpPr>
          <p:cNvPr id="9" name="Karta / tło (kolor z motywu)"/>
          <p:cNvSpPr/>
          <p:nvPr/>
        </p:nvSpPr>
        <p:spPr>
          <a:xfrm>
            <a:off x="864000" y="2844000"/>
            <a:ext cx="4962000" cy="10800"/>
          </a:xfrm>
          <a:prstGeom prst="rect">
            <a:avLst/>
          </a:prstGeom>
          <a:solidFill>
            <a:schemeClr val="accent3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Numer slajdu"/>
          <p:cNvSpPr txBox="1"/>
          <p:nvPr/>
        </p:nvSpPr>
        <p:spPr>
          <a:xfrm>
            <a:off x="864000" y="2970000"/>
            <a:ext cx="864000" cy="792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3400" b="0" i="0">
                <a:solidFill>
                  <a:schemeClr val="accent1"/>
                </a:solidFill>
                <a:latin typeface="+mj-lt"/>
              </a:rPr>
              <a:t>02</a:t>
            </a:r>
          </a:p>
        </p:txBody>
      </p:sp>
      <p:sp>
        <p:nvSpPr>
          <p:cNvPr id="11" name="Tekst: [Punkt 2]"/>
          <p:cNvSpPr txBox="1"/>
          <p:nvPr/>
        </p:nvSpPr>
        <p:spPr>
          <a:xfrm>
            <a:off x="1800000" y="3006000"/>
            <a:ext cx="4026000" cy="32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2000" b="1" i="0">
                <a:solidFill>
                  <a:schemeClr val="tx1"/>
                </a:solidFill>
                <a:latin typeface="+mn-lt"/>
              </a:rPr>
              <a:t>[Punkt 2]</a:t>
            </a:r>
          </a:p>
        </p:txBody>
      </p:sp>
      <p:sp>
        <p:nvSpPr>
          <p:cNvPr id="12" name="Tekst: [krótko, czego dotyczy]"/>
          <p:cNvSpPr txBox="1"/>
          <p:nvPr/>
        </p:nvSpPr>
        <p:spPr>
          <a:xfrm>
            <a:off x="1800000" y="3312000"/>
            <a:ext cx="4026000" cy="432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4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[krótko, czego dotyczy]</a:t>
            </a:r>
          </a:p>
        </p:txBody>
      </p:sp>
      <p:sp>
        <p:nvSpPr>
          <p:cNvPr id="13" name="Karta / tło (kolor z motywu)"/>
          <p:cNvSpPr/>
          <p:nvPr/>
        </p:nvSpPr>
        <p:spPr>
          <a:xfrm>
            <a:off x="864000" y="3780000"/>
            <a:ext cx="4962000" cy="10800"/>
          </a:xfrm>
          <a:prstGeom prst="rect">
            <a:avLst/>
          </a:prstGeom>
          <a:solidFill>
            <a:schemeClr val="accent3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Numer slajdu"/>
          <p:cNvSpPr txBox="1"/>
          <p:nvPr/>
        </p:nvSpPr>
        <p:spPr>
          <a:xfrm>
            <a:off x="864000" y="3906000"/>
            <a:ext cx="864000" cy="792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3400" b="0" i="0">
                <a:solidFill>
                  <a:schemeClr val="accent1"/>
                </a:solidFill>
                <a:latin typeface="+mj-lt"/>
              </a:rPr>
              <a:t>03</a:t>
            </a:r>
          </a:p>
        </p:txBody>
      </p:sp>
      <p:sp>
        <p:nvSpPr>
          <p:cNvPr id="15" name="Tekst: [Punkt 3]"/>
          <p:cNvSpPr txBox="1"/>
          <p:nvPr/>
        </p:nvSpPr>
        <p:spPr>
          <a:xfrm>
            <a:off x="1800000" y="3942000"/>
            <a:ext cx="4026000" cy="32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2000" b="1" i="0">
                <a:solidFill>
                  <a:schemeClr val="tx1"/>
                </a:solidFill>
                <a:latin typeface="+mn-lt"/>
              </a:rPr>
              <a:t>[Punkt 3]</a:t>
            </a:r>
          </a:p>
        </p:txBody>
      </p:sp>
      <p:sp>
        <p:nvSpPr>
          <p:cNvPr id="16" name="Tekst: [krótko, czego dotyczy]"/>
          <p:cNvSpPr txBox="1"/>
          <p:nvPr/>
        </p:nvSpPr>
        <p:spPr>
          <a:xfrm>
            <a:off x="1800000" y="4248000"/>
            <a:ext cx="4026000" cy="432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4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[krótko, czego dotyczy]</a:t>
            </a:r>
          </a:p>
        </p:txBody>
      </p:sp>
      <p:sp>
        <p:nvSpPr>
          <p:cNvPr id="17" name="Karta / tło (kolor z motywu)"/>
          <p:cNvSpPr/>
          <p:nvPr/>
        </p:nvSpPr>
        <p:spPr>
          <a:xfrm>
            <a:off x="6366000" y="1908000"/>
            <a:ext cx="4962000" cy="10800"/>
          </a:xfrm>
          <a:prstGeom prst="rect">
            <a:avLst/>
          </a:prstGeom>
          <a:solidFill>
            <a:schemeClr val="accent3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Numer slajdu"/>
          <p:cNvSpPr txBox="1"/>
          <p:nvPr/>
        </p:nvSpPr>
        <p:spPr>
          <a:xfrm>
            <a:off x="6366000" y="2034000"/>
            <a:ext cx="864000" cy="792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3400" b="0" i="0">
                <a:solidFill>
                  <a:schemeClr val="accent1"/>
                </a:solidFill>
                <a:latin typeface="+mj-lt"/>
              </a:rPr>
              <a:t>04</a:t>
            </a:r>
          </a:p>
        </p:txBody>
      </p:sp>
      <p:sp>
        <p:nvSpPr>
          <p:cNvPr id="19" name="Tekst: [Punkt 4]"/>
          <p:cNvSpPr txBox="1"/>
          <p:nvPr/>
        </p:nvSpPr>
        <p:spPr>
          <a:xfrm>
            <a:off x="7302000" y="2070000"/>
            <a:ext cx="4026000" cy="32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2000" b="1" i="0">
                <a:solidFill>
                  <a:schemeClr val="tx1"/>
                </a:solidFill>
                <a:latin typeface="+mn-lt"/>
              </a:rPr>
              <a:t>[Punkt 4]</a:t>
            </a:r>
          </a:p>
        </p:txBody>
      </p:sp>
      <p:sp>
        <p:nvSpPr>
          <p:cNvPr id="20" name="Tekst: [krótko, czego dotyczy]"/>
          <p:cNvSpPr txBox="1"/>
          <p:nvPr/>
        </p:nvSpPr>
        <p:spPr>
          <a:xfrm>
            <a:off x="7302000" y="2376000"/>
            <a:ext cx="4026000" cy="432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4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[krótko, czego dotyczy]</a:t>
            </a:r>
          </a:p>
        </p:txBody>
      </p:sp>
      <p:sp>
        <p:nvSpPr>
          <p:cNvPr id="21" name="Karta / tło (kolor z motywu)"/>
          <p:cNvSpPr/>
          <p:nvPr/>
        </p:nvSpPr>
        <p:spPr>
          <a:xfrm>
            <a:off x="6366000" y="2844000"/>
            <a:ext cx="4962000" cy="10800"/>
          </a:xfrm>
          <a:prstGeom prst="rect">
            <a:avLst/>
          </a:prstGeom>
          <a:solidFill>
            <a:schemeClr val="accent3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Numer slajdu"/>
          <p:cNvSpPr txBox="1"/>
          <p:nvPr/>
        </p:nvSpPr>
        <p:spPr>
          <a:xfrm>
            <a:off x="6366000" y="2970000"/>
            <a:ext cx="864000" cy="792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3400" b="0" i="0">
                <a:solidFill>
                  <a:schemeClr val="accent1"/>
                </a:solidFill>
                <a:latin typeface="+mj-lt"/>
              </a:rPr>
              <a:t>05</a:t>
            </a:r>
          </a:p>
        </p:txBody>
      </p:sp>
      <p:sp>
        <p:nvSpPr>
          <p:cNvPr id="23" name="Tekst: [Punkt 5]"/>
          <p:cNvSpPr txBox="1"/>
          <p:nvPr/>
        </p:nvSpPr>
        <p:spPr>
          <a:xfrm>
            <a:off x="7302000" y="3006000"/>
            <a:ext cx="4026000" cy="32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2000" b="1" i="0">
                <a:solidFill>
                  <a:schemeClr val="tx1"/>
                </a:solidFill>
                <a:latin typeface="+mn-lt"/>
              </a:rPr>
              <a:t>[Punkt 5]</a:t>
            </a:r>
          </a:p>
        </p:txBody>
      </p:sp>
      <p:sp>
        <p:nvSpPr>
          <p:cNvPr id="24" name="Tekst: [krótko, czego dotyczy]"/>
          <p:cNvSpPr txBox="1"/>
          <p:nvPr/>
        </p:nvSpPr>
        <p:spPr>
          <a:xfrm>
            <a:off x="7302000" y="3312000"/>
            <a:ext cx="4026000" cy="432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4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[krótko, czego dotyczy]</a:t>
            </a:r>
          </a:p>
        </p:txBody>
      </p:sp>
      <p:sp>
        <p:nvSpPr>
          <p:cNvPr id="25" name="Karta / tło (kolor z motywu)"/>
          <p:cNvSpPr/>
          <p:nvPr/>
        </p:nvSpPr>
        <p:spPr>
          <a:xfrm>
            <a:off x="6366000" y="3780000"/>
            <a:ext cx="4962000" cy="10800"/>
          </a:xfrm>
          <a:prstGeom prst="rect">
            <a:avLst/>
          </a:prstGeom>
          <a:solidFill>
            <a:schemeClr val="accent3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Numer slajdu"/>
          <p:cNvSpPr txBox="1"/>
          <p:nvPr/>
        </p:nvSpPr>
        <p:spPr>
          <a:xfrm>
            <a:off x="6366000" y="3906000"/>
            <a:ext cx="864000" cy="792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3400" b="0" i="0">
                <a:solidFill>
                  <a:schemeClr val="accent1"/>
                </a:solidFill>
                <a:latin typeface="+mj-lt"/>
              </a:rPr>
              <a:t>06</a:t>
            </a:r>
          </a:p>
        </p:txBody>
      </p:sp>
      <p:sp>
        <p:nvSpPr>
          <p:cNvPr id="27" name="Tekst: [Punkt 6]"/>
          <p:cNvSpPr txBox="1"/>
          <p:nvPr/>
        </p:nvSpPr>
        <p:spPr>
          <a:xfrm>
            <a:off x="7302000" y="3942000"/>
            <a:ext cx="4026000" cy="32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2000" b="1" i="0">
                <a:solidFill>
                  <a:schemeClr val="tx1"/>
                </a:solidFill>
                <a:latin typeface="+mn-lt"/>
              </a:rPr>
              <a:t>[Punkt 6]</a:t>
            </a:r>
          </a:p>
        </p:txBody>
      </p:sp>
      <p:sp>
        <p:nvSpPr>
          <p:cNvPr id="28" name="Tekst: [krótko, czego dotyczy]"/>
          <p:cNvSpPr txBox="1"/>
          <p:nvPr/>
        </p:nvSpPr>
        <p:spPr>
          <a:xfrm>
            <a:off x="7302000" y="4248000"/>
            <a:ext cx="4026000" cy="432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4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[krótko, czego dotyczy]</a:t>
            </a:r>
          </a:p>
        </p:txBody>
      </p:sp>
      <p:sp>
        <p:nvSpPr>
          <p:cNvPr id="29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Tekst: SLAJD 10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10 - do czego służy</a:t>
            </a:r>
          </a:p>
        </p:txBody>
      </p:sp>
      <p:sp>
        <p:nvSpPr>
          <p:cNvPr id="31" name="OPIS - tresc"/>
          <p:cNvSpPr/>
          <p:nvPr/>
        </p:nvSpPr>
        <p:spPr>
          <a:xfrm>
            <a:off x="12408000" y="522000"/>
            <a:ext cx="3060000" cy="10119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Tekst: Agenda / spis treści: 3-8 punktów. Od 5 "/>
          <p:cNvSpPr txBox="1"/>
          <p:nvPr/>
        </p:nvSpPr>
        <p:spPr>
          <a:xfrm>
            <a:off x="12552000" y="666000"/>
            <a:ext cx="2772000" cy="10119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Agenda / spis treści: 3-8 punktów. Od 5 punktów układ sam dzieli się na dwie kolumny.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kst: [Rozdział 01]"/>
          <p:cNvSpPr txBox="1"/>
          <p:nvPr/>
        </p:nvSpPr>
        <p:spPr>
          <a:xfrm>
            <a:off x="864000" y="1764000"/>
            <a:ext cx="5040000" cy="50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3200" b="0" i="0">
                <a:solidFill>
                  <a:schemeClr val="bg1"/>
                </a:solidFill>
                <a:latin typeface="+mj-lt"/>
              </a:rPr>
              <a:t>[Rozdział 01]</a:t>
            </a:r>
          </a:p>
        </p:txBody>
      </p:sp>
      <p:sp>
        <p:nvSpPr>
          <p:cNvPr id="3" name="Tytuł slajdu"/>
          <p:cNvSpPr txBox="1"/>
          <p:nvPr/>
        </p:nvSpPr>
        <p:spPr>
          <a:xfrm>
            <a:off x="864000" y="2304000"/>
            <a:ext cx="7200000" cy="838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6600"/>
              </a:lnSpc>
            </a:pPr>
            <a:r>
              <a:rPr sz="6600" b="0" i="0">
                <a:solidFill>
                  <a:schemeClr val="bg1"/>
                </a:solidFill>
                <a:latin typeface="+mj-lt"/>
              </a:rPr>
              <a:t>[Tytuł rozdziału]</a:t>
            </a:r>
          </a:p>
        </p:txBody>
      </p:sp>
      <p:sp>
        <p:nvSpPr>
          <p:cNvPr id="4" name="Tekst: [Jedno zdanie: co będzie w tej części]"/>
          <p:cNvSpPr txBox="1"/>
          <p:nvPr/>
        </p:nvSpPr>
        <p:spPr>
          <a:xfrm>
            <a:off x="864000" y="3286200"/>
            <a:ext cx="5760000" cy="108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00"/>
              </a:lnSpc>
            </a:pPr>
            <a:r>
              <a:rPr sz="1300" b="0" i="0">
                <a:solidFill>
                  <a:schemeClr val="bg1">
                    <a:lumMod val="88000"/>
                  </a:schemeClr>
                </a:solidFill>
                <a:latin typeface="+mn-lt"/>
              </a:rPr>
              <a:t>[Jedno zdanie: co będzie w tej części]</a:t>
            </a:r>
          </a:p>
        </p:txBody>
      </p:sp>
      <p:pic>
        <p:nvPicPr>
          <p:cNvPr id="5" name="Logo marki" descr="logo_green_lett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504000"/>
            <a:ext cx="684000" cy="504450"/>
          </a:xfrm>
          <a:prstGeom prst="rect">
            <a:avLst/>
          </a:prstGeom>
        </p:spPr>
      </p:pic>
      <p:sp>
        <p:nvSpPr>
          <p:cNvPr id="6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kst: SLAJD 11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11 - do czego służy</a:t>
            </a:r>
          </a:p>
        </p:txBody>
      </p:sp>
      <p:sp>
        <p:nvSpPr>
          <p:cNvPr id="8" name="OPIS - tresc"/>
          <p:cNvSpPr/>
          <p:nvPr/>
        </p:nvSpPr>
        <p:spPr>
          <a:xfrm>
            <a:off x="12408000" y="522000"/>
            <a:ext cx="3060000" cy="10119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kst: Przerywnik rozdziału - ciemny. Rozdziela"/>
          <p:cNvSpPr txBox="1"/>
          <p:nvPr/>
        </p:nvSpPr>
        <p:spPr>
          <a:xfrm>
            <a:off x="12552000" y="666000"/>
            <a:ext cx="2772000" cy="10119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Przerywnik rozdziału - ciemny.</a:t>
            </a:r>
          </a:p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Rozdziela główne części prezentacji; daje oddech między slajdami z treścią.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lo-numer"/>
          <p:cNvSpPr txBox="1"/>
          <p:nvPr/>
        </p:nvSpPr>
        <p:spPr>
          <a:xfrm>
            <a:off x="6837180" y="144000"/>
            <a:ext cx="4814820" cy="48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0" b="0" i="0">
                <a:solidFill>
                  <a:schemeClr val="accent4"/>
                </a:solidFill>
                <a:latin typeface="+mj-lt"/>
              </a:rPr>
              <a:t>02</a:t>
            </a:r>
          </a:p>
        </p:txBody>
      </p:sp>
      <p:sp>
        <p:nvSpPr>
          <p:cNvPr id="3" name="Tytuł slajdu"/>
          <p:cNvSpPr txBox="1"/>
          <p:nvPr/>
        </p:nvSpPr>
        <p:spPr>
          <a:xfrm>
            <a:off x="864000" y="4291800"/>
            <a:ext cx="7200000" cy="838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6600"/>
              </a:lnSpc>
            </a:pPr>
            <a:r>
              <a:rPr sz="6600" b="0" i="0">
                <a:solidFill>
                  <a:schemeClr val="tx1"/>
                </a:solidFill>
                <a:latin typeface="+mj-lt"/>
              </a:rPr>
              <a:t>[Tytuł rozdziału]</a:t>
            </a:r>
          </a:p>
        </p:txBody>
      </p:sp>
      <p:sp>
        <p:nvSpPr>
          <p:cNvPr id="4" name="Tekst: [Jedno zdanie: co będzie w tej części]"/>
          <p:cNvSpPr txBox="1"/>
          <p:nvPr/>
        </p:nvSpPr>
        <p:spPr>
          <a:xfrm>
            <a:off x="864000" y="5346000"/>
            <a:ext cx="6480000" cy="9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600"/>
              </a:lnSpc>
            </a:pPr>
            <a:r>
              <a:rPr sz="18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[Jedno zdanie: co będzie w tej części]</a:t>
            </a:r>
          </a:p>
        </p:txBody>
      </p:sp>
      <p:pic>
        <p:nvPicPr>
          <p:cNvPr id="5" name="Logo marki" descr="logo_green_bo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4000" y="5850000"/>
            <a:ext cx="684000" cy="504450"/>
          </a:xfrm>
          <a:prstGeom prst="rect">
            <a:avLst/>
          </a:prstGeom>
        </p:spPr>
      </p:pic>
      <p:sp>
        <p:nvSpPr>
          <p:cNvPr id="6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kst: SLAJD 12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12 - do czego służy</a:t>
            </a:r>
          </a:p>
        </p:txBody>
      </p:sp>
      <p:sp>
        <p:nvSpPr>
          <p:cNvPr id="8" name="OPIS - tresc"/>
          <p:cNvSpPr/>
          <p:nvPr/>
        </p:nvSpPr>
        <p:spPr>
          <a:xfrm>
            <a:off x="12408000" y="522000"/>
            <a:ext cx="3060000" cy="10119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kst: Przerywnik rozdziału - jasny z dużym num"/>
          <p:cNvSpPr txBox="1"/>
          <p:nvPr/>
        </p:nvSpPr>
        <p:spPr>
          <a:xfrm>
            <a:off x="12552000" y="666000"/>
            <a:ext cx="2772000" cy="10119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Przerywnik rozdziału - jasny z dużym numerem. Alternatywa dla ciemnego; nie używaj obu naprzemiennie.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slajdu"/>
          <p:cNvSpPr txBox="1"/>
          <p:nvPr/>
        </p:nvSpPr>
        <p:spPr>
          <a:xfrm>
            <a:off x="864000" y="828000"/>
            <a:ext cx="9360000" cy="50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4000"/>
              </a:lnSpc>
            </a:pPr>
            <a:r>
              <a:rPr sz="4000" b="0" i="0">
                <a:solidFill>
                  <a:schemeClr val="tx1"/>
                </a:solidFill>
                <a:latin typeface="+mj-lt"/>
              </a:rPr>
              <a:t>[Tytuł wstępu]</a:t>
            </a:r>
          </a:p>
        </p:txBody>
      </p:sp>
      <p:pic>
        <p:nvPicPr>
          <p:cNvPr id="3" name="Logo marki" descr="logo_green_bo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4000" y="540000"/>
            <a:ext cx="684000" cy="504450"/>
          </a:xfrm>
          <a:prstGeom prst="rect">
            <a:avLst/>
          </a:prstGeom>
        </p:spPr>
      </p:pic>
      <p:sp>
        <p:nvSpPr>
          <p:cNvPr id="4" name="Numer slajdu"/>
          <p:cNvSpPr txBox="1"/>
          <p:nvPr/>
        </p:nvSpPr>
        <p:spPr>
          <a:xfrm>
            <a:off x="10788000" y="6426000"/>
            <a:ext cx="540000" cy="216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/>
            <a:r>
              <a:rPr sz="105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13</a:t>
            </a:r>
          </a:p>
        </p:txBody>
      </p:sp>
      <p:sp>
        <p:nvSpPr>
          <p:cNvPr id="5" name="Tekst: [Akapit otwierający: 2-3 zdania, najważn"/>
          <p:cNvSpPr txBox="1"/>
          <p:nvPr/>
        </p:nvSpPr>
        <p:spPr>
          <a:xfrm>
            <a:off x="864000" y="1908000"/>
            <a:ext cx="8640000" cy="914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600"/>
              </a:lnSpc>
            </a:pPr>
            <a:r>
              <a:rPr sz="2600" b="0" i="0">
                <a:solidFill>
                  <a:schemeClr val="tx1"/>
                </a:solidFill>
                <a:latin typeface="+mn-lt"/>
              </a:rPr>
              <a:t>[Akapit otwierający: 2-3 zdania, najważniejsza myśl całej prezentacji.]</a:t>
            </a:r>
          </a:p>
        </p:txBody>
      </p:sp>
      <p:sp>
        <p:nvSpPr>
          <p:cNvPr id="6" name="Karta / tło (kolor z motywu)"/>
          <p:cNvSpPr/>
          <p:nvPr/>
        </p:nvSpPr>
        <p:spPr>
          <a:xfrm>
            <a:off x="864000" y="3254400"/>
            <a:ext cx="432000" cy="36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kst: [Hasło 1]"/>
          <p:cNvSpPr txBox="1"/>
          <p:nvPr/>
        </p:nvSpPr>
        <p:spPr>
          <a:xfrm>
            <a:off x="864000" y="3434400"/>
            <a:ext cx="3200000" cy="32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600" b="1" i="0">
                <a:solidFill>
                  <a:schemeClr val="tx1"/>
                </a:solidFill>
                <a:latin typeface="+mn-lt"/>
              </a:rPr>
              <a:t>[Hasło 1]</a:t>
            </a:r>
          </a:p>
        </p:txBody>
      </p:sp>
      <p:sp>
        <p:nvSpPr>
          <p:cNvPr id="8" name="Tekst: [1-2 zdania rozwinięcia]"/>
          <p:cNvSpPr txBox="1"/>
          <p:nvPr/>
        </p:nvSpPr>
        <p:spPr>
          <a:xfrm>
            <a:off x="864000" y="3740400"/>
            <a:ext cx="3200000" cy="2523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00"/>
              </a:lnSpc>
            </a:pPr>
            <a:r>
              <a:rPr sz="14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[1-2 zdania rozwinięcia]</a:t>
            </a:r>
          </a:p>
        </p:txBody>
      </p:sp>
      <p:sp>
        <p:nvSpPr>
          <p:cNvPr id="9" name="Karta / tło (kolor z motywu)"/>
          <p:cNvSpPr/>
          <p:nvPr/>
        </p:nvSpPr>
        <p:spPr>
          <a:xfrm>
            <a:off x="4496000" y="3254400"/>
            <a:ext cx="432000" cy="36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kst: [Hasło 2]"/>
          <p:cNvSpPr txBox="1"/>
          <p:nvPr/>
        </p:nvSpPr>
        <p:spPr>
          <a:xfrm>
            <a:off x="4496000" y="3434400"/>
            <a:ext cx="3200000" cy="32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600" b="1" i="0">
                <a:solidFill>
                  <a:schemeClr val="tx1"/>
                </a:solidFill>
                <a:latin typeface="+mn-lt"/>
              </a:rPr>
              <a:t>[Hasło 2]</a:t>
            </a:r>
          </a:p>
        </p:txBody>
      </p:sp>
      <p:sp>
        <p:nvSpPr>
          <p:cNvPr id="11" name="Tekst: [1-2 zdania rozwinięcia]"/>
          <p:cNvSpPr txBox="1"/>
          <p:nvPr/>
        </p:nvSpPr>
        <p:spPr>
          <a:xfrm>
            <a:off x="4496000" y="3740400"/>
            <a:ext cx="3200000" cy="2523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00"/>
              </a:lnSpc>
            </a:pPr>
            <a:r>
              <a:rPr sz="14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[1-2 zdania rozwinięcia]</a:t>
            </a:r>
          </a:p>
        </p:txBody>
      </p:sp>
      <p:sp>
        <p:nvSpPr>
          <p:cNvPr id="12" name="Karta / tło (kolor z motywu)"/>
          <p:cNvSpPr/>
          <p:nvPr/>
        </p:nvSpPr>
        <p:spPr>
          <a:xfrm>
            <a:off x="8128000" y="3254400"/>
            <a:ext cx="432000" cy="36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kst: [Hasło 3]"/>
          <p:cNvSpPr txBox="1"/>
          <p:nvPr/>
        </p:nvSpPr>
        <p:spPr>
          <a:xfrm>
            <a:off x="8128000" y="3434400"/>
            <a:ext cx="3200000" cy="32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600" b="1" i="0">
                <a:solidFill>
                  <a:schemeClr val="tx1"/>
                </a:solidFill>
                <a:latin typeface="+mn-lt"/>
              </a:rPr>
              <a:t>[Hasło 3]</a:t>
            </a:r>
          </a:p>
        </p:txBody>
      </p:sp>
      <p:sp>
        <p:nvSpPr>
          <p:cNvPr id="14" name="Tekst: [1-2 zdania rozwinięcia]"/>
          <p:cNvSpPr txBox="1"/>
          <p:nvPr/>
        </p:nvSpPr>
        <p:spPr>
          <a:xfrm>
            <a:off x="8128000" y="3740400"/>
            <a:ext cx="3200000" cy="2523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00"/>
              </a:lnSpc>
            </a:pPr>
            <a:r>
              <a:rPr sz="14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[1-2 zdania rozwinięcia]</a:t>
            </a:r>
          </a:p>
        </p:txBody>
      </p:sp>
      <p:sp>
        <p:nvSpPr>
          <p:cNvPr id="15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kst: SLAJD 13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13 - do czego służy</a:t>
            </a:r>
          </a:p>
        </p:txBody>
      </p:sp>
      <p:sp>
        <p:nvSpPr>
          <p:cNvPr id="17" name="OPIS - tresc"/>
          <p:cNvSpPr/>
          <p:nvPr/>
        </p:nvSpPr>
        <p:spPr>
          <a:xfrm>
            <a:off x="12408000" y="522000"/>
            <a:ext cx="3060000" cy="10119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kst: Wstęp: duży akapit otwierający (2-3 zdan"/>
          <p:cNvSpPr txBox="1"/>
          <p:nvPr/>
        </p:nvSpPr>
        <p:spPr>
          <a:xfrm>
            <a:off x="12552000" y="666000"/>
            <a:ext cx="2772000" cy="10119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Wstęp: duży akapit otwierający (2-3 zdania) + trzy krótkie rozwinięcia. Na początek prezentacji albo rozdziału.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ykieta nad tytułem (można usunąć)"/>
          <p:cNvSpPr txBox="1"/>
          <p:nvPr/>
        </p:nvSpPr>
        <p:spPr>
          <a:xfrm>
            <a:off x="0" y="2019000"/>
            <a:ext cx="12192000" cy="252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sz="1400" b="1" i="0" spc="150">
                <a:solidFill>
                  <a:schemeClr val="accent5"/>
                </a:solidFill>
                <a:latin typeface="+mn-lt"/>
              </a:rPr>
              <a:t>[ETYKIETA]</a:t>
            </a:r>
          </a:p>
        </p:txBody>
      </p:sp>
      <p:sp>
        <p:nvSpPr>
          <p:cNvPr id="3" name="Tytuł slajdu"/>
          <p:cNvSpPr txBox="1"/>
          <p:nvPr/>
        </p:nvSpPr>
        <p:spPr>
          <a:xfrm>
            <a:off x="1416000" y="2523000"/>
            <a:ext cx="9360000" cy="152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6000"/>
              </a:lnSpc>
            </a:pPr>
            <a:r>
              <a:rPr sz="6000" b="0" i="0">
                <a:solidFill>
                  <a:schemeClr val="tx1"/>
                </a:solidFill>
                <a:latin typeface="+mj-lt"/>
              </a:rPr>
              <a:t>[Jedno zdanie -</a:t>
            </a:r>
          </a:p>
          <a:p>
            <a:pPr algn="ctr">
              <a:lnSpc>
                <a:spcPts val="6000"/>
              </a:lnSpc>
            </a:pPr>
            <a:r>
              <a:rPr sz="6000" b="0" i="0">
                <a:solidFill>
                  <a:schemeClr val="tx1"/>
                </a:solidFill>
                <a:latin typeface="+mj-lt"/>
              </a:rPr>
              <a:t>najważniejsza teza]</a:t>
            </a:r>
          </a:p>
        </p:txBody>
      </p:sp>
      <p:sp>
        <p:nvSpPr>
          <p:cNvPr id="4" name="Tekst: [Opcjonalny podpis pod hasłem]"/>
          <p:cNvSpPr txBox="1"/>
          <p:nvPr/>
        </p:nvSpPr>
        <p:spPr>
          <a:xfrm>
            <a:off x="1416000" y="4335000"/>
            <a:ext cx="9360000" cy="54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sz="2000" b="0" i="0">
                <a:solidFill>
                  <a:schemeClr val="accent5"/>
                </a:solidFill>
                <a:latin typeface="+mn-lt"/>
              </a:rPr>
              <a:t>[Opcjonalny podpis pod hasłem]</a:t>
            </a:r>
          </a:p>
        </p:txBody>
      </p:sp>
      <p:pic>
        <p:nvPicPr>
          <p:cNvPr id="5" name="Logo marki" descr="logo_green_bo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4000" y="5922000"/>
            <a:ext cx="684000" cy="504450"/>
          </a:xfrm>
          <a:prstGeom prst="rect">
            <a:avLst/>
          </a:prstGeom>
        </p:spPr>
      </p:pic>
      <p:sp>
        <p:nvSpPr>
          <p:cNvPr id="6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kst: SLAJD 14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14 - do czego służy</a:t>
            </a:r>
          </a:p>
        </p:txBody>
      </p:sp>
      <p:sp>
        <p:nvSpPr>
          <p:cNvPr id="8" name="OPIS - tresc"/>
          <p:cNvSpPr/>
          <p:nvPr/>
        </p:nvSpPr>
        <p:spPr>
          <a:xfrm>
            <a:off x="12408000" y="522000"/>
            <a:ext cx="3060000" cy="10119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kst: Tekst krótki: jedno zdanie-hasło na środ"/>
          <p:cNvSpPr txBox="1"/>
          <p:nvPr/>
        </p:nvSpPr>
        <p:spPr>
          <a:xfrm>
            <a:off x="12552000" y="666000"/>
            <a:ext cx="2772000" cy="10119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Tekst krótki: jedno zdanie-hasło na środku slajdu. Do mocnej tezy, wniosku albo cytatu z badania.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slajdu"/>
          <p:cNvSpPr txBox="1"/>
          <p:nvPr/>
        </p:nvSpPr>
        <p:spPr>
          <a:xfrm>
            <a:off x="864000" y="828000"/>
            <a:ext cx="9360000" cy="50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4000"/>
              </a:lnSpc>
            </a:pPr>
            <a:r>
              <a:rPr sz="4000" b="0" i="0">
                <a:solidFill>
                  <a:schemeClr val="tx1"/>
                </a:solidFill>
                <a:latin typeface="+mj-lt"/>
              </a:rPr>
              <a:t>[Tytuł: wniosek w 3-6 słowach]</a:t>
            </a:r>
          </a:p>
        </p:txBody>
      </p:sp>
      <p:pic>
        <p:nvPicPr>
          <p:cNvPr id="3" name="Logo marki" descr="logo_green_bo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4000" y="540000"/>
            <a:ext cx="684000" cy="504450"/>
          </a:xfrm>
          <a:prstGeom prst="rect">
            <a:avLst/>
          </a:prstGeom>
        </p:spPr>
      </p:pic>
      <p:sp>
        <p:nvSpPr>
          <p:cNvPr id="4" name="Numer slajdu"/>
          <p:cNvSpPr txBox="1"/>
          <p:nvPr/>
        </p:nvSpPr>
        <p:spPr>
          <a:xfrm>
            <a:off x="10788000" y="6426000"/>
            <a:ext cx="540000" cy="216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/>
            <a:r>
              <a:rPr sz="105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15</a:t>
            </a:r>
          </a:p>
        </p:txBody>
      </p:sp>
      <p:sp>
        <p:nvSpPr>
          <p:cNvPr id="5" name="Tekst: [Akapit 1: najważniejsza informacja. Kró"/>
          <p:cNvSpPr txBox="1"/>
          <p:nvPr/>
        </p:nvSpPr>
        <p:spPr>
          <a:xfrm>
            <a:off x="864000" y="1908000"/>
            <a:ext cx="4944000" cy="558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00"/>
              </a:lnSpc>
            </a:pPr>
            <a:r>
              <a:rPr sz="1500" b="0" i="0">
                <a:solidFill>
                  <a:schemeClr val="tx1"/>
                </a:solidFill>
                <a:latin typeface="+mn-lt"/>
              </a:rPr>
              <a:t>[Akapit 1: najważniejsza informacja. Krótkie zdania, jedna myśl w akapicie.]</a:t>
            </a:r>
          </a:p>
        </p:txBody>
      </p:sp>
      <p:sp>
        <p:nvSpPr>
          <p:cNvPr id="6" name="Tekst: [Akapit 2: rozwinięcie albo przykład. Wi"/>
          <p:cNvSpPr txBox="1"/>
          <p:nvPr/>
        </p:nvSpPr>
        <p:spPr>
          <a:xfrm>
            <a:off x="864000" y="2646800"/>
            <a:ext cx="4944000" cy="558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00"/>
              </a:lnSpc>
            </a:pPr>
            <a:r>
              <a:rPr sz="1500" b="0" i="0">
                <a:solidFill>
                  <a:schemeClr val="tx1"/>
                </a:solidFill>
                <a:latin typeface="+mn-lt"/>
              </a:rPr>
              <a:t>[Akapit 2: rozwinięcie albo przykład. Więcej tekstu?</a:t>
            </a:r>
          </a:p>
          <a:p>
            <a:pPr algn="l">
              <a:lnSpc>
                <a:spcPts val="2200"/>
              </a:lnSpc>
            </a:pPr>
            <a:r>
              <a:rPr sz="1500" b="0" i="0">
                <a:solidFill>
                  <a:schemeClr val="tx1"/>
                </a:solidFill>
                <a:latin typeface="+mn-lt"/>
              </a:rPr>
              <a:t>Podziel na dwa slajdy.]</a:t>
            </a:r>
          </a:p>
        </p:txBody>
      </p:sp>
      <p:sp>
        <p:nvSpPr>
          <p:cNvPr id="7" name="Tekst: [Akapit 3: kontekst rynkowy albo dane, k"/>
          <p:cNvSpPr txBox="1"/>
          <p:nvPr/>
        </p:nvSpPr>
        <p:spPr>
          <a:xfrm>
            <a:off x="6384000" y="1908000"/>
            <a:ext cx="4944000" cy="558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00"/>
              </a:lnSpc>
            </a:pPr>
            <a:r>
              <a:rPr sz="1500" b="0" i="0">
                <a:solidFill>
                  <a:schemeClr val="tx1"/>
                </a:solidFill>
                <a:latin typeface="+mn-lt"/>
              </a:rPr>
              <a:t>[Akapit 3: kontekst rynkowy albo dane, które wspierają tytuł.]</a:t>
            </a:r>
          </a:p>
        </p:txBody>
      </p:sp>
      <p:sp>
        <p:nvSpPr>
          <p:cNvPr id="8" name="Tekst: [Akapit 4: wniosek i czego oczekujemy od"/>
          <p:cNvSpPr txBox="1"/>
          <p:nvPr/>
        </p:nvSpPr>
        <p:spPr>
          <a:xfrm>
            <a:off x="6384000" y="2646800"/>
            <a:ext cx="4944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00"/>
              </a:lnSpc>
            </a:pPr>
            <a:r>
              <a:rPr sz="1500" b="0" i="0">
                <a:solidFill>
                  <a:schemeClr val="tx1"/>
                </a:solidFill>
                <a:latin typeface="+mn-lt"/>
              </a:rPr>
              <a:t>[Akapit 4: wniosek i czego oczekujemy od odbiorcy.]</a:t>
            </a:r>
          </a:p>
        </p:txBody>
      </p:sp>
      <p:sp>
        <p:nvSpPr>
          <p:cNvPr id="9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kst: SLAJD 15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15 - do czego służy</a:t>
            </a:r>
          </a:p>
        </p:txBody>
      </p:sp>
      <p:sp>
        <p:nvSpPr>
          <p:cNvPr id="11" name="OPIS - tresc"/>
          <p:cNvSpPr/>
          <p:nvPr/>
        </p:nvSpPr>
        <p:spPr>
          <a:xfrm>
            <a:off x="12408000" y="522000"/>
            <a:ext cx="3060000" cy="10119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kst: Tekst długi: dwie kolumny akapitów, maks"/>
          <p:cNvSpPr txBox="1"/>
          <p:nvPr/>
        </p:nvSpPr>
        <p:spPr>
          <a:xfrm>
            <a:off x="12552000" y="666000"/>
            <a:ext cx="2772000" cy="10119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Tekst długi: dwie kolumny akapitów, maksymalnie ok. 180 słów. Opis rynku, historii, strategii.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slajdu"/>
          <p:cNvSpPr txBox="1"/>
          <p:nvPr/>
        </p:nvSpPr>
        <p:spPr>
          <a:xfrm>
            <a:off x="864000" y="828000"/>
            <a:ext cx="9360000" cy="50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4000"/>
              </a:lnSpc>
            </a:pPr>
            <a:r>
              <a:rPr sz="4000" b="0" i="0">
                <a:solidFill>
                  <a:schemeClr val="tx1"/>
                </a:solidFill>
                <a:latin typeface="+mj-lt"/>
              </a:rPr>
              <a:t>[Tytuł-pytanie: dlaczego warto ...?]</a:t>
            </a:r>
          </a:p>
        </p:txBody>
      </p:sp>
      <p:pic>
        <p:nvPicPr>
          <p:cNvPr id="3" name="Logo marki" descr="logo_green_bo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4000" y="540000"/>
            <a:ext cx="684000" cy="504450"/>
          </a:xfrm>
          <a:prstGeom prst="rect">
            <a:avLst/>
          </a:prstGeom>
        </p:spPr>
      </p:pic>
      <p:sp>
        <p:nvSpPr>
          <p:cNvPr id="4" name="Numer slajdu"/>
          <p:cNvSpPr txBox="1"/>
          <p:nvPr/>
        </p:nvSpPr>
        <p:spPr>
          <a:xfrm>
            <a:off x="10788000" y="6426000"/>
            <a:ext cx="540000" cy="216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/>
            <a:r>
              <a:rPr sz="105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16</a:t>
            </a:r>
          </a:p>
        </p:txBody>
      </p:sp>
      <p:sp>
        <p:nvSpPr>
          <p:cNvPr id="5" name="Karta / tło (kolor z motywu)"/>
          <p:cNvSpPr/>
          <p:nvPr/>
        </p:nvSpPr>
        <p:spPr>
          <a:xfrm>
            <a:off x="1080000" y="2736000"/>
            <a:ext cx="10032000" cy="2880000"/>
          </a:xfrm>
          <a:prstGeom prst="roundRect">
            <a:avLst>
              <a:gd name="adj" fmla="val 5625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kst: [Akapit 1: fakt edukacyjny o składniku -"/>
          <p:cNvSpPr txBox="1"/>
          <p:nvPr/>
        </p:nvSpPr>
        <p:spPr>
          <a:xfrm>
            <a:off x="2232000" y="3496720"/>
            <a:ext cx="7728000" cy="135856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just">
              <a:lnSpc>
                <a:spcPts val="2320"/>
              </a:lnSpc>
            </a:pPr>
            <a:r>
              <a:rPr sz="1600">
                <a:solidFill>
                  <a:schemeClr val="accent5">
                    <a:lumMod val="70000"/>
                  </a:schemeClr>
                </a:solidFill>
                <a:latin typeface="+mn-lt"/>
              </a:rPr>
              <a:t>[Akapit 1: fakt edukacyjny o składniku - 2-3 zdania, ze źródłem wiedzy (np. zalecenia żywieniowe). Pisz prosto, bez obietnic zdrowotnych, których nie ma w karcie produktu.]</a:t>
            </a:r>
          </a:p>
          <a:p>
            <a:pPr algn="just">
              <a:lnSpc>
                <a:spcPts val="2320"/>
              </a:lnSpc>
              <a:spcBef>
                <a:spcPts val="1400"/>
              </a:spcBef>
            </a:pPr>
            <a:r>
              <a:rPr sz="1600">
                <a:solidFill>
                  <a:schemeClr val="accent5">
                    <a:lumMod val="70000"/>
                  </a:schemeClr>
                </a:solidFill>
                <a:latin typeface="+mn-lt"/>
              </a:rPr>
              <a:t>[Akapit 2: dodatkowy kontekst albo wniosek dla odbiorcy.]</a:t>
            </a:r>
          </a:p>
        </p:txBody>
      </p:sp>
      <p:pic>
        <p:nvPicPr>
          <p:cNvPr id="7" name="Ikona / grafika - prawy klik: Zmień obraz" descr="p_arbuz_klin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0880000">
            <a:off x="648000" y="2376000"/>
            <a:ext cx="1059230" cy="1224000"/>
          </a:xfrm>
          <a:prstGeom prst="rect">
            <a:avLst/>
          </a:prstGeom>
        </p:spPr>
      </p:pic>
      <p:pic>
        <p:nvPicPr>
          <p:cNvPr id="8" name="Ikona / grafika - prawy klik: Zmień obraz" descr="p_marakuja_pol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600000">
            <a:off x="864000" y="4680000"/>
            <a:ext cx="971169" cy="1008000"/>
          </a:xfrm>
          <a:prstGeom prst="rect">
            <a:avLst/>
          </a:prstGeom>
        </p:spPr>
      </p:pic>
      <p:pic>
        <p:nvPicPr>
          <p:cNvPr id="9" name="Ikona / grafika - prawy klik: Zmień obraz" descr="p_kulka_ugryz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840000">
            <a:off x="10248000" y="2304000"/>
            <a:ext cx="1201788" cy="1152000"/>
          </a:xfrm>
          <a:prstGeom prst="rect">
            <a:avLst/>
          </a:prstGeom>
        </p:spPr>
      </p:pic>
      <p:pic>
        <p:nvPicPr>
          <p:cNvPr id="10" name="Ikona / grafika - prawy klik: Zmień obraz" descr="p_mango_kostk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21120000">
            <a:off x="10320000" y="4608000"/>
            <a:ext cx="1411263" cy="1224000"/>
          </a:xfrm>
          <a:prstGeom prst="rect">
            <a:avLst/>
          </a:prstGeom>
        </p:spPr>
      </p:pic>
      <p:sp>
        <p:nvSpPr>
          <p:cNvPr id="11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kst: SLAJD 16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16 - do czego służy</a:t>
            </a:r>
          </a:p>
        </p:txBody>
      </p:sp>
      <p:sp>
        <p:nvSpPr>
          <p:cNvPr id="13" name="OPIS - tresc"/>
          <p:cNvSpPr/>
          <p:nvPr/>
        </p:nvSpPr>
        <p:spPr>
          <a:xfrm>
            <a:off x="12408000" y="522000"/>
            <a:ext cx="3060000" cy="17358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kst: AKAPIT W KARCIE (wzór z 29.09, 'Dlaczego"/>
          <p:cNvSpPr txBox="1"/>
          <p:nvPr/>
        </p:nvSpPr>
        <p:spPr>
          <a:xfrm>
            <a:off x="12552000" y="666000"/>
            <a:ext cx="2772000" cy="1735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AKAPIT W KARCIE (wzór z 29.09, 'Dlaczego warto dbać o błonnik'):</a:t>
            </a:r>
          </a:p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tytuł-pytanie i 1-3 akapity edukacyjne w kremowej karcie, drobne owoce przy krawędziach. Tekst sam się zmniejszy, gdy nie zmieści się w karcie.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slajdu"/>
          <p:cNvSpPr txBox="1"/>
          <p:nvPr/>
        </p:nvSpPr>
        <p:spPr>
          <a:xfrm>
            <a:off x="864000" y="828000"/>
            <a:ext cx="9360000" cy="50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4000"/>
              </a:lnSpc>
            </a:pPr>
            <a:r>
              <a:rPr sz="4000" b="0" i="0">
                <a:solidFill>
                  <a:schemeClr val="tx1"/>
                </a:solidFill>
                <a:latin typeface="+mj-lt"/>
              </a:rPr>
              <a:t>[Tytuł listy]</a:t>
            </a:r>
          </a:p>
        </p:txBody>
      </p:sp>
      <p:pic>
        <p:nvPicPr>
          <p:cNvPr id="3" name="Logo marki" descr="logo_green_bo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4000" y="540000"/>
            <a:ext cx="684000" cy="504450"/>
          </a:xfrm>
          <a:prstGeom prst="rect">
            <a:avLst/>
          </a:prstGeom>
        </p:spPr>
      </p:pic>
      <p:sp>
        <p:nvSpPr>
          <p:cNvPr id="4" name="Numer slajdu"/>
          <p:cNvSpPr txBox="1"/>
          <p:nvPr/>
        </p:nvSpPr>
        <p:spPr>
          <a:xfrm>
            <a:off x="10788000" y="6426000"/>
            <a:ext cx="540000" cy="216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/>
            <a:r>
              <a:rPr sz="105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17</a:t>
            </a:r>
          </a:p>
        </p:txBody>
      </p:sp>
      <p:sp>
        <p:nvSpPr>
          <p:cNvPr id="5" name="Punktor"/>
          <p:cNvSpPr/>
          <p:nvPr/>
        </p:nvSpPr>
        <p:spPr>
          <a:xfrm>
            <a:off x="892800" y="2440800"/>
            <a:ext cx="122400" cy="1224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kst: [Hasło 1]"/>
          <p:cNvSpPr txBox="1"/>
          <p:nvPr/>
        </p:nvSpPr>
        <p:spPr>
          <a:xfrm>
            <a:off x="1188000" y="2340000"/>
            <a:ext cx="9744000" cy="32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2000" b="1" i="0">
                <a:solidFill>
                  <a:schemeClr val="tx1"/>
                </a:solidFill>
                <a:latin typeface="+mn-lt"/>
              </a:rPr>
              <a:t>[Hasło 1]</a:t>
            </a:r>
          </a:p>
        </p:txBody>
      </p:sp>
      <p:sp>
        <p:nvSpPr>
          <p:cNvPr id="7" name="Tekst: [Jedno zdanie rozwinięcia]"/>
          <p:cNvSpPr txBox="1"/>
          <p:nvPr/>
        </p:nvSpPr>
        <p:spPr>
          <a:xfrm>
            <a:off x="1188000" y="2646000"/>
            <a:ext cx="9744000" cy="54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4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[Jedno zdanie rozwinięcia]</a:t>
            </a:r>
          </a:p>
        </p:txBody>
      </p:sp>
      <p:sp>
        <p:nvSpPr>
          <p:cNvPr id="8" name="Punktor"/>
          <p:cNvSpPr/>
          <p:nvPr/>
        </p:nvSpPr>
        <p:spPr>
          <a:xfrm>
            <a:off x="892800" y="3304800"/>
            <a:ext cx="122400" cy="1224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kst: [Hasło 2]"/>
          <p:cNvSpPr txBox="1"/>
          <p:nvPr/>
        </p:nvSpPr>
        <p:spPr>
          <a:xfrm>
            <a:off x="1188000" y="3204000"/>
            <a:ext cx="9744000" cy="32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2000" b="1" i="0">
                <a:solidFill>
                  <a:schemeClr val="tx1"/>
                </a:solidFill>
                <a:latin typeface="+mn-lt"/>
              </a:rPr>
              <a:t>[Hasło 2]</a:t>
            </a:r>
          </a:p>
        </p:txBody>
      </p:sp>
      <p:sp>
        <p:nvSpPr>
          <p:cNvPr id="10" name="Tekst: [Jedno zdanie rozwinięcia]"/>
          <p:cNvSpPr txBox="1"/>
          <p:nvPr/>
        </p:nvSpPr>
        <p:spPr>
          <a:xfrm>
            <a:off x="1188000" y="3510000"/>
            <a:ext cx="9744000" cy="54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4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[Jedno zdanie rozwinięcia]</a:t>
            </a:r>
          </a:p>
        </p:txBody>
      </p:sp>
      <p:sp>
        <p:nvSpPr>
          <p:cNvPr id="11" name="Punktor"/>
          <p:cNvSpPr/>
          <p:nvPr/>
        </p:nvSpPr>
        <p:spPr>
          <a:xfrm>
            <a:off x="892800" y="4168800"/>
            <a:ext cx="122400" cy="1224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kst: [Hasło 3]"/>
          <p:cNvSpPr txBox="1"/>
          <p:nvPr/>
        </p:nvSpPr>
        <p:spPr>
          <a:xfrm>
            <a:off x="1188000" y="4068000"/>
            <a:ext cx="9744000" cy="32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2000" b="1" i="0">
                <a:solidFill>
                  <a:schemeClr val="tx1"/>
                </a:solidFill>
                <a:latin typeface="+mn-lt"/>
              </a:rPr>
              <a:t>[Hasło 3]</a:t>
            </a:r>
          </a:p>
        </p:txBody>
      </p:sp>
      <p:sp>
        <p:nvSpPr>
          <p:cNvPr id="13" name="Tekst: [Jedno zdanie rozwinięcia]"/>
          <p:cNvSpPr txBox="1"/>
          <p:nvPr/>
        </p:nvSpPr>
        <p:spPr>
          <a:xfrm>
            <a:off x="1188000" y="4374000"/>
            <a:ext cx="9744000" cy="54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4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[Jedno zdanie rozwinięcia]</a:t>
            </a:r>
          </a:p>
        </p:txBody>
      </p:sp>
      <p:sp>
        <p:nvSpPr>
          <p:cNvPr id="14" name="Punktor"/>
          <p:cNvSpPr/>
          <p:nvPr/>
        </p:nvSpPr>
        <p:spPr>
          <a:xfrm>
            <a:off x="892800" y="5032800"/>
            <a:ext cx="122400" cy="1224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kst: [Hasło 4]"/>
          <p:cNvSpPr txBox="1"/>
          <p:nvPr/>
        </p:nvSpPr>
        <p:spPr>
          <a:xfrm>
            <a:off x="1188000" y="4932000"/>
            <a:ext cx="9744000" cy="32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2000" b="1" i="0">
                <a:solidFill>
                  <a:schemeClr val="tx1"/>
                </a:solidFill>
                <a:latin typeface="+mn-lt"/>
              </a:rPr>
              <a:t>[Hasło 4]</a:t>
            </a:r>
          </a:p>
        </p:txBody>
      </p:sp>
      <p:sp>
        <p:nvSpPr>
          <p:cNvPr id="16" name="Tekst: [Jedno zdanie rozwinięcia]"/>
          <p:cNvSpPr txBox="1"/>
          <p:nvPr/>
        </p:nvSpPr>
        <p:spPr>
          <a:xfrm>
            <a:off x="1188000" y="5238000"/>
            <a:ext cx="9744000" cy="54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4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[Jedno zdanie rozwinięcia]</a:t>
            </a:r>
          </a:p>
        </p:txBody>
      </p:sp>
      <p:sp>
        <p:nvSpPr>
          <p:cNvPr id="17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kst: SLAJD 17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17 - do czego służy</a:t>
            </a:r>
          </a:p>
        </p:txBody>
      </p:sp>
      <p:sp>
        <p:nvSpPr>
          <p:cNvPr id="19" name="OPIS - tresc"/>
          <p:cNvSpPr/>
          <p:nvPr/>
        </p:nvSpPr>
        <p:spPr>
          <a:xfrm>
            <a:off x="12408000" y="522000"/>
            <a:ext cx="3060000" cy="10119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kst: Punkty: 3-6 haseł z krótkim rozwinięciem"/>
          <p:cNvSpPr txBox="1"/>
          <p:nvPr/>
        </p:nvSpPr>
        <p:spPr>
          <a:xfrm>
            <a:off x="12552000" y="666000"/>
            <a:ext cx="2772000" cy="10119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Punkty: 3-6 haseł z krótkim rozwinięciem. Klasyczna lista zalet, warunków, ustaleń.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slajdu"/>
          <p:cNvSpPr txBox="1"/>
          <p:nvPr/>
        </p:nvSpPr>
        <p:spPr>
          <a:xfrm>
            <a:off x="864000" y="828000"/>
            <a:ext cx="9360000" cy="50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4000"/>
              </a:lnSpc>
            </a:pPr>
            <a:r>
              <a:rPr sz="4000" b="0" i="0">
                <a:solidFill>
                  <a:schemeClr val="tx1"/>
                </a:solidFill>
                <a:latin typeface="+mj-lt"/>
              </a:rPr>
              <a:t>[Tytuł listy]</a:t>
            </a:r>
          </a:p>
        </p:txBody>
      </p:sp>
      <p:pic>
        <p:nvPicPr>
          <p:cNvPr id="3" name="Logo marki" descr="logo_green_bo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4000" y="540000"/>
            <a:ext cx="684000" cy="504450"/>
          </a:xfrm>
          <a:prstGeom prst="rect">
            <a:avLst/>
          </a:prstGeom>
        </p:spPr>
      </p:pic>
      <p:sp>
        <p:nvSpPr>
          <p:cNvPr id="4" name="Numer slajdu"/>
          <p:cNvSpPr txBox="1"/>
          <p:nvPr/>
        </p:nvSpPr>
        <p:spPr>
          <a:xfrm>
            <a:off x="10788000" y="6426000"/>
            <a:ext cx="540000" cy="216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/>
            <a:r>
              <a:rPr sz="105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18</a:t>
            </a:r>
          </a:p>
        </p:txBody>
      </p:sp>
      <p:sp>
        <p:nvSpPr>
          <p:cNvPr id="5" name="Punktor"/>
          <p:cNvSpPr/>
          <p:nvPr/>
        </p:nvSpPr>
        <p:spPr>
          <a:xfrm>
            <a:off x="892800" y="2872800"/>
            <a:ext cx="122400" cy="1224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kst: [Hasło 1]"/>
          <p:cNvSpPr txBox="1"/>
          <p:nvPr/>
        </p:nvSpPr>
        <p:spPr>
          <a:xfrm>
            <a:off x="1188000" y="2772000"/>
            <a:ext cx="6300000" cy="32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2000" b="1" i="0">
                <a:solidFill>
                  <a:schemeClr val="tx1"/>
                </a:solidFill>
                <a:latin typeface="+mn-lt"/>
              </a:rPr>
              <a:t>[Hasło 1]</a:t>
            </a:r>
          </a:p>
        </p:txBody>
      </p:sp>
      <p:sp>
        <p:nvSpPr>
          <p:cNvPr id="7" name="Tekst: [Jedno zdanie rozwinięcia]"/>
          <p:cNvSpPr txBox="1"/>
          <p:nvPr/>
        </p:nvSpPr>
        <p:spPr>
          <a:xfrm>
            <a:off x="1188000" y="3078000"/>
            <a:ext cx="6300000" cy="54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4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[Jedno zdanie rozwinięcia]</a:t>
            </a:r>
          </a:p>
        </p:txBody>
      </p:sp>
      <p:sp>
        <p:nvSpPr>
          <p:cNvPr id="8" name="Punktor"/>
          <p:cNvSpPr/>
          <p:nvPr/>
        </p:nvSpPr>
        <p:spPr>
          <a:xfrm>
            <a:off x="892800" y="3736800"/>
            <a:ext cx="122400" cy="1224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kst: [Hasło 2]"/>
          <p:cNvSpPr txBox="1"/>
          <p:nvPr/>
        </p:nvSpPr>
        <p:spPr>
          <a:xfrm>
            <a:off x="1188000" y="3636000"/>
            <a:ext cx="6300000" cy="32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2000" b="1" i="0">
                <a:solidFill>
                  <a:schemeClr val="tx1"/>
                </a:solidFill>
                <a:latin typeface="+mn-lt"/>
              </a:rPr>
              <a:t>[Hasło 2]</a:t>
            </a:r>
          </a:p>
        </p:txBody>
      </p:sp>
      <p:sp>
        <p:nvSpPr>
          <p:cNvPr id="10" name="Tekst: [Jedno zdanie rozwinięcia]"/>
          <p:cNvSpPr txBox="1"/>
          <p:nvPr/>
        </p:nvSpPr>
        <p:spPr>
          <a:xfrm>
            <a:off x="1188000" y="3942000"/>
            <a:ext cx="6300000" cy="54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4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[Jedno zdanie rozwinięcia]</a:t>
            </a:r>
          </a:p>
        </p:txBody>
      </p:sp>
      <p:sp>
        <p:nvSpPr>
          <p:cNvPr id="11" name="Punktor"/>
          <p:cNvSpPr/>
          <p:nvPr/>
        </p:nvSpPr>
        <p:spPr>
          <a:xfrm>
            <a:off x="892800" y="4600800"/>
            <a:ext cx="122400" cy="1224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kst: [Hasło 3]"/>
          <p:cNvSpPr txBox="1"/>
          <p:nvPr/>
        </p:nvSpPr>
        <p:spPr>
          <a:xfrm>
            <a:off x="1188000" y="4500000"/>
            <a:ext cx="6300000" cy="32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2000" b="1" i="0">
                <a:solidFill>
                  <a:schemeClr val="tx1"/>
                </a:solidFill>
                <a:latin typeface="+mn-lt"/>
              </a:rPr>
              <a:t>[Hasło 3]</a:t>
            </a:r>
          </a:p>
        </p:txBody>
      </p:sp>
      <p:sp>
        <p:nvSpPr>
          <p:cNvPr id="13" name="Tekst: [Jedno zdanie rozwinięcia]"/>
          <p:cNvSpPr txBox="1"/>
          <p:nvPr/>
        </p:nvSpPr>
        <p:spPr>
          <a:xfrm>
            <a:off x="1188000" y="4806000"/>
            <a:ext cx="6300000" cy="54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4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[Jedno zdanie rozwinięcia]</a:t>
            </a:r>
          </a:p>
        </p:txBody>
      </p:sp>
      <p:pic>
        <p:nvPicPr>
          <p:cNvPr id="14" name="Zdjęcie - prawy klik: Zmień obraz (rogi i rozmiar zostają)" descr="ph_763_ZDJCIE.png"/>
          <p:cNvPicPr>
            <a:picLocks noChangeAspect="1"/>
          </p:cNvPicPr>
          <p:nvPr/>
        </p:nvPicPr>
        <p:blipFill>
          <a:blip r:embed="rId4"/>
          <a:srcRect l="29" r="29"/>
          <a:stretch>
            <a:fillRect/>
          </a:stretch>
        </p:blipFill>
        <p:spPr>
          <a:xfrm>
            <a:off x="8028000" y="1908000"/>
            <a:ext cx="3300000" cy="4320000"/>
          </a:xfrm>
          <a:prstGeom prst="rect">
            <a:avLst/>
          </a:prstGeom>
        </p:spPr>
      </p:pic>
      <p:sp>
        <p:nvSpPr>
          <p:cNvPr id="15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kst: SLAJD 18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18 - do czego służy</a:t>
            </a:r>
          </a:p>
        </p:txBody>
      </p:sp>
      <p:sp>
        <p:nvSpPr>
          <p:cNvPr id="17" name="OPIS - tresc"/>
          <p:cNvSpPr/>
          <p:nvPr/>
        </p:nvSpPr>
        <p:spPr>
          <a:xfrm>
            <a:off x="12408000" y="522000"/>
            <a:ext cx="3060000" cy="10119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kst: Punkty + zdjęcie po prawej. Gdy lista po"/>
          <p:cNvSpPr txBox="1"/>
          <p:nvPr/>
        </p:nvSpPr>
        <p:spPr>
          <a:xfrm>
            <a:off x="12552000" y="666000"/>
            <a:ext cx="2772000" cy="10119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Punkty + zdjęcie po prawej. Gdy lista potrzebuje kontekstu wizualnego (np.</a:t>
            </a:r>
          </a:p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półka, event).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slajdu"/>
          <p:cNvSpPr txBox="1"/>
          <p:nvPr/>
        </p:nvSpPr>
        <p:spPr>
          <a:xfrm>
            <a:off x="864000" y="828000"/>
            <a:ext cx="9360000" cy="50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4000"/>
              </a:lnSpc>
            </a:pPr>
            <a:r>
              <a:rPr sz="4000" b="0" i="0">
                <a:solidFill>
                  <a:schemeClr val="tx1"/>
                </a:solidFill>
                <a:latin typeface="+mj-lt"/>
              </a:rPr>
              <a:t>[Tytuł procesu]</a:t>
            </a:r>
          </a:p>
        </p:txBody>
      </p:sp>
      <p:pic>
        <p:nvPicPr>
          <p:cNvPr id="3" name="Logo marki" descr="logo_green_bo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4000" y="540000"/>
            <a:ext cx="684000" cy="504450"/>
          </a:xfrm>
          <a:prstGeom prst="rect">
            <a:avLst/>
          </a:prstGeom>
        </p:spPr>
      </p:pic>
      <p:sp>
        <p:nvSpPr>
          <p:cNvPr id="4" name="Numer slajdu"/>
          <p:cNvSpPr txBox="1"/>
          <p:nvPr/>
        </p:nvSpPr>
        <p:spPr>
          <a:xfrm>
            <a:off x="10788000" y="6426000"/>
            <a:ext cx="540000" cy="216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/>
            <a:r>
              <a:rPr sz="105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19</a:t>
            </a:r>
          </a:p>
        </p:txBody>
      </p:sp>
      <p:sp>
        <p:nvSpPr>
          <p:cNvPr id="5" name="Karta / tło (kolor z motywu)"/>
          <p:cNvSpPr/>
          <p:nvPr/>
        </p:nvSpPr>
        <p:spPr>
          <a:xfrm>
            <a:off x="1188000" y="2322000"/>
            <a:ext cx="9816000" cy="18000"/>
          </a:xfrm>
          <a:prstGeom prst="rect">
            <a:avLst/>
          </a:prstGeom>
          <a:solidFill>
            <a:schemeClr val="accent3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Karta / tło (kolor z motywu)"/>
          <p:cNvSpPr/>
          <p:nvPr/>
        </p:nvSpPr>
        <p:spPr>
          <a:xfrm>
            <a:off x="990000" y="2023200"/>
            <a:ext cx="612000" cy="6120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Numer slajdu"/>
          <p:cNvSpPr txBox="1"/>
          <p:nvPr/>
        </p:nvSpPr>
        <p:spPr>
          <a:xfrm>
            <a:off x="882000" y="2023200"/>
            <a:ext cx="612000" cy="612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2000" b="0" i="0">
                <a:solidFill>
                  <a:schemeClr val="bg1"/>
                </a:solidFill>
                <a:latin typeface="+mj-lt"/>
              </a:rPr>
              <a:t>1</a:t>
            </a:r>
          </a:p>
        </p:txBody>
      </p:sp>
      <p:sp>
        <p:nvSpPr>
          <p:cNvPr id="8" name="Karta / tło (kolor z motywu)"/>
          <p:cNvSpPr/>
          <p:nvPr/>
        </p:nvSpPr>
        <p:spPr>
          <a:xfrm>
            <a:off x="864000" y="2880000"/>
            <a:ext cx="2373000" cy="2952000"/>
          </a:xfrm>
          <a:prstGeom prst="roundRect">
            <a:avLst>
              <a:gd name="adj" fmla="val 6826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kst: [Etap 1]"/>
          <p:cNvSpPr txBox="1"/>
          <p:nvPr/>
        </p:nvSpPr>
        <p:spPr>
          <a:xfrm>
            <a:off x="1080000" y="3096000"/>
            <a:ext cx="1941000" cy="576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2200" b="0" i="0">
                <a:solidFill>
                  <a:schemeClr val="tx1"/>
                </a:solidFill>
                <a:latin typeface="+mj-lt"/>
              </a:rPr>
              <a:t>[Etap 1]</a:t>
            </a:r>
          </a:p>
        </p:txBody>
      </p:sp>
      <p:sp>
        <p:nvSpPr>
          <p:cNvPr id="10" name="Tekst: [Co się dzieje na tym etapie]"/>
          <p:cNvSpPr txBox="1"/>
          <p:nvPr/>
        </p:nvSpPr>
        <p:spPr>
          <a:xfrm>
            <a:off x="1080000" y="3636000"/>
            <a:ext cx="1941000" cy="208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00"/>
              </a:lnSpc>
            </a:pPr>
            <a:r>
              <a:rPr sz="14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[Co się dzieje na tym etapie]</a:t>
            </a:r>
          </a:p>
        </p:txBody>
      </p:sp>
      <p:sp>
        <p:nvSpPr>
          <p:cNvPr id="11" name="Karta / tło (kolor z motywu)"/>
          <p:cNvSpPr/>
          <p:nvPr/>
        </p:nvSpPr>
        <p:spPr>
          <a:xfrm>
            <a:off x="3687000" y="2023200"/>
            <a:ext cx="612000" cy="61200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Karta / tło (kolor z motywu)"/>
          <p:cNvSpPr/>
          <p:nvPr/>
        </p:nvSpPr>
        <p:spPr>
          <a:xfrm>
            <a:off x="3579000" y="2023200"/>
            <a:ext cx="612000" cy="612000"/>
          </a:xfrm>
          <a:prstGeom prst="ellipse">
            <a:avLst/>
          </a:prstGeom>
          <a:noFill/>
          <a:ln w="19050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Numer slajdu"/>
          <p:cNvSpPr txBox="1"/>
          <p:nvPr/>
        </p:nvSpPr>
        <p:spPr>
          <a:xfrm>
            <a:off x="3579000" y="2023200"/>
            <a:ext cx="612000" cy="612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2000" b="0" i="0">
                <a:solidFill>
                  <a:schemeClr val="accent1"/>
                </a:solidFill>
                <a:latin typeface="+mj-lt"/>
              </a:rPr>
              <a:t>2</a:t>
            </a:r>
          </a:p>
        </p:txBody>
      </p:sp>
      <p:sp>
        <p:nvSpPr>
          <p:cNvPr id="14" name="Karta / tło (kolor z motywu)"/>
          <p:cNvSpPr/>
          <p:nvPr/>
        </p:nvSpPr>
        <p:spPr>
          <a:xfrm>
            <a:off x="3561000" y="2880000"/>
            <a:ext cx="2373000" cy="2952000"/>
          </a:xfrm>
          <a:prstGeom prst="roundRect">
            <a:avLst>
              <a:gd name="adj" fmla="val 6826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kst: [Etap 2]"/>
          <p:cNvSpPr txBox="1"/>
          <p:nvPr/>
        </p:nvSpPr>
        <p:spPr>
          <a:xfrm>
            <a:off x="3777000" y="3096000"/>
            <a:ext cx="1941000" cy="576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2200" b="0" i="0">
                <a:solidFill>
                  <a:schemeClr val="tx1"/>
                </a:solidFill>
                <a:latin typeface="+mj-lt"/>
              </a:rPr>
              <a:t>[Etap 2]</a:t>
            </a:r>
          </a:p>
        </p:txBody>
      </p:sp>
      <p:sp>
        <p:nvSpPr>
          <p:cNvPr id="16" name="Tekst: [Co się dzieje na tym etapie]"/>
          <p:cNvSpPr txBox="1"/>
          <p:nvPr/>
        </p:nvSpPr>
        <p:spPr>
          <a:xfrm>
            <a:off x="3777000" y="3636000"/>
            <a:ext cx="1941000" cy="208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00"/>
              </a:lnSpc>
            </a:pPr>
            <a:r>
              <a:rPr sz="14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[Co się dzieje na tym etapie]</a:t>
            </a:r>
          </a:p>
        </p:txBody>
      </p:sp>
      <p:sp>
        <p:nvSpPr>
          <p:cNvPr id="17" name="Karta / tło (kolor z motywu)"/>
          <p:cNvSpPr/>
          <p:nvPr/>
        </p:nvSpPr>
        <p:spPr>
          <a:xfrm>
            <a:off x="6384000" y="2023200"/>
            <a:ext cx="612000" cy="61200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Karta / tło (kolor z motywu)"/>
          <p:cNvSpPr/>
          <p:nvPr/>
        </p:nvSpPr>
        <p:spPr>
          <a:xfrm>
            <a:off x="6276000" y="2023200"/>
            <a:ext cx="612000" cy="612000"/>
          </a:xfrm>
          <a:prstGeom prst="ellipse">
            <a:avLst/>
          </a:prstGeom>
          <a:noFill/>
          <a:ln w="19050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Numer slajdu"/>
          <p:cNvSpPr txBox="1"/>
          <p:nvPr/>
        </p:nvSpPr>
        <p:spPr>
          <a:xfrm>
            <a:off x="6276000" y="2023200"/>
            <a:ext cx="612000" cy="612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2000" b="0" i="0">
                <a:solidFill>
                  <a:schemeClr val="accent1"/>
                </a:solidFill>
                <a:latin typeface="+mj-lt"/>
              </a:rPr>
              <a:t>3</a:t>
            </a:r>
          </a:p>
        </p:txBody>
      </p:sp>
      <p:sp>
        <p:nvSpPr>
          <p:cNvPr id="20" name="Karta / tło (kolor z motywu)"/>
          <p:cNvSpPr/>
          <p:nvPr/>
        </p:nvSpPr>
        <p:spPr>
          <a:xfrm>
            <a:off x="6258000" y="2880000"/>
            <a:ext cx="2373000" cy="2952000"/>
          </a:xfrm>
          <a:prstGeom prst="roundRect">
            <a:avLst>
              <a:gd name="adj" fmla="val 6826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kst: [Etap 3]"/>
          <p:cNvSpPr txBox="1"/>
          <p:nvPr/>
        </p:nvSpPr>
        <p:spPr>
          <a:xfrm>
            <a:off x="6474000" y="3096000"/>
            <a:ext cx="1941000" cy="576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2200" b="0" i="0">
                <a:solidFill>
                  <a:schemeClr val="tx1"/>
                </a:solidFill>
                <a:latin typeface="+mj-lt"/>
              </a:rPr>
              <a:t>[Etap 3]</a:t>
            </a:r>
          </a:p>
        </p:txBody>
      </p:sp>
      <p:sp>
        <p:nvSpPr>
          <p:cNvPr id="22" name="Tekst: [Co się dzieje na tym etapie]"/>
          <p:cNvSpPr txBox="1"/>
          <p:nvPr/>
        </p:nvSpPr>
        <p:spPr>
          <a:xfrm>
            <a:off x="6474000" y="3636000"/>
            <a:ext cx="1941000" cy="208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00"/>
              </a:lnSpc>
            </a:pPr>
            <a:r>
              <a:rPr sz="14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[Co się dzieje na tym etapie]</a:t>
            </a:r>
          </a:p>
        </p:txBody>
      </p:sp>
      <p:sp>
        <p:nvSpPr>
          <p:cNvPr id="23" name="Karta / tło (kolor z motywu)"/>
          <p:cNvSpPr/>
          <p:nvPr/>
        </p:nvSpPr>
        <p:spPr>
          <a:xfrm>
            <a:off x="9081000" y="2023200"/>
            <a:ext cx="612000" cy="61200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Karta / tło (kolor z motywu)"/>
          <p:cNvSpPr/>
          <p:nvPr/>
        </p:nvSpPr>
        <p:spPr>
          <a:xfrm>
            <a:off x="8973000" y="2023200"/>
            <a:ext cx="612000" cy="612000"/>
          </a:xfrm>
          <a:prstGeom prst="ellipse">
            <a:avLst/>
          </a:prstGeom>
          <a:noFill/>
          <a:ln w="19050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Numer slajdu"/>
          <p:cNvSpPr txBox="1"/>
          <p:nvPr/>
        </p:nvSpPr>
        <p:spPr>
          <a:xfrm>
            <a:off x="8973000" y="2023200"/>
            <a:ext cx="612000" cy="612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2000" b="0" i="0">
                <a:solidFill>
                  <a:schemeClr val="accent1"/>
                </a:solidFill>
                <a:latin typeface="+mj-lt"/>
              </a:rPr>
              <a:t>4</a:t>
            </a:r>
          </a:p>
        </p:txBody>
      </p:sp>
      <p:sp>
        <p:nvSpPr>
          <p:cNvPr id="26" name="Karta / tło (kolor z motywu)"/>
          <p:cNvSpPr/>
          <p:nvPr/>
        </p:nvSpPr>
        <p:spPr>
          <a:xfrm>
            <a:off x="8955000" y="2880000"/>
            <a:ext cx="2373000" cy="2952000"/>
          </a:xfrm>
          <a:prstGeom prst="roundRect">
            <a:avLst>
              <a:gd name="adj" fmla="val 6826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Tekst: [Etap 4]"/>
          <p:cNvSpPr txBox="1"/>
          <p:nvPr/>
        </p:nvSpPr>
        <p:spPr>
          <a:xfrm>
            <a:off x="9171000" y="3096000"/>
            <a:ext cx="1941000" cy="576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2200" b="0" i="0">
                <a:solidFill>
                  <a:schemeClr val="tx1"/>
                </a:solidFill>
                <a:latin typeface="+mj-lt"/>
              </a:rPr>
              <a:t>[Etap 4]</a:t>
            </a:r>
          </a:p>
        </p:txBody>
      </p:sp>
      <p:sp>
        <p:nvSpPr>
          <p:cNvPr id="28" name="Tekst: [Co się dzieje na tym etapie]"/>
          <p:cNvSpPr txBox="1"/>
          <p:nvPr/>
        </p:nvSpPr>
        <p:spPr>
          <a:xfrm>
            <a:off x="9171000" y="3636000"/>
            <a:ext cx="1941000" cy="208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00"/>
              </a:lnSpc>
            </a:pPr>
            <a:r>
              <a:rPr sz="14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[Co się dzieje na tym etapie]</a:t>
            </a:r>
          </a:p>
        </p:txBody>
      </p:sp>
      <p:sp>
        <p:nvSpPr>
          <p:cNvPr id="29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Tekst: SLAJD 19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19 - do czego służy</a:t>
            </a:r>
          </a:p>
        </p:txBody>
      </p:sp>
      <p:sp>
        <p:nvSpPr>
          <p:cNvPr id="31" name="OPIS - tresc"/>
          <p:cNvSpPr/>
          <p:nvPr/>
        </p:nvSpPr>
        <p:spPr>
          <a:xfrm>
            <a:off x="12408000" y="522000"/>
            <a:ext cx="3060000" cy="7706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Tekst: Kroki / proces: 3-5 etapów w kolejności "/>
          <p:cNvSpPr txBox="1"/>
          <p:nvPr/>
        </p:nvSpPr>
        <p:spPr>
          <a:xfrm>
            <a:off x="12552000" y="666000"/>
            <a:ext cx="2772000" cy="770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Kroki / proces: 3-5 etapów w kolejności (wdrożenie, zamówienie, kampania).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ykieta nad tytułem (można usunąć)"/>
          <p:cNvSpPr txBox="1"/>
          <p:nvPr/>
        </p:nvSpPr>
        <p:spPr>
          <a:xfrm>
            <a:off x="864000" y="540000"/>
            <a:ext cx="7200000" cy="252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400" b="1" i="0" spc="150">
                <a:solidFill>
                  <a:schemeClr val="accent5"/>
                </a:solidFill>
                <a:latin typeface="+mn-lt"/>
              </a:rPr>
              <a:t>[OPINIA]</a:t>
            </a:r>
          </a:p>
        </p:txBody>
      </p:sp>
      <p:pic>
        <p:nvPicPr>
          <p:cNvPr id="3" name="Logo marki" descr="logo_green_bo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4000" y="540000"/>
            <a:ext cx="684000" cy="504450"/>
          </a:xfrm>
          <a:prstGeom prst="rect">
            <a:avLst/>
          </a:prstGeom>
        </p:spPr>
      </p:pic>
      <p:sp>
        <p:nvSpPr>
          <p:cNvPr id="4" name="Numer slajdu"/>
          <p:cNvSpPr txBox="1"/>
          <p:nvPr/>
        </p:nvSpPr>
        <p:spPr>
          <a:xfrm>
            <a:off x="10788000" y="6426000"/>
            <a:ext cx="540000" cy="216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/>
            <a:r>
              <a:rPr sz="105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20</a:t>
            </a:r>
          </a:p>
        </p:txBody>
      </p:sp>
      <p:sp>
        <p:nvSpPr>
          <p:cNvPr id="5" name="Tekst: „"/>
          <p:cNvSpPr txBox="1"/>
          <p:nvPr/>
        </p:nvSpPr>
        <p:spPr>
          <a:xfrm>
            <a:off x="864000" y="1557000"/>
            <a:ext cx="2160000" cy="316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20000" b="0" i="0">
                <a:solidFill>
                  <a:schemeClr val="accent4"/>
                </a:solidFill>
                <a:latin typeface="+mj-lt"/>
              </a:rPr>
              <a:t>„</a:t>
            </a:r>
          </a:p>
        </p:txBody>
      </p:sp>
      <p:sp>
        <p:nvSpPr>
          <p:cNvPr id="6" name="Tekst: [Treść cytatu - krótka, konkretna, najle"/>
          <p:cNvSpPr txBox="1"/>
          <p:nvPr/>
        </p:nvSpPr>
        <p:spPr>
          <a:xfrm>
            <a:off x="2160000" y="2319600"/>
            <a:ext cx="8640000" cy="1066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4200"/>
              </a:lnSpc>
            </a:pPr>
            <a:r>
              <a:rPr sz="3000" b="0" i="1">
                <a:solidFill>
                  <a:schemeClr val="tx1"/>
                </a:solidFill>
                <a:latin typeface="+mn-lt"/>
              </a:rPr>
              <a:t>[Treść cytatu - krótka, konkretna, najlepiej z liczbą albo emocją]</a:t>
            </a:r>
          </a:p>
        </p:txBody>
      </p:sp>
      <p:sp>
        <p:nvSpPr>
          <p:cNvPr id="7" name="Karta / tło (kolor z motywu)"/>
          <p:cNvSpPr/>
          <p:nvPr/>
        </p:nvSpPr>
        <p:spPr>
          <a:xfrm>
            <a:off x="2160000" y="3746400"/>
            <a:ext cx="864000" cy="36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kst: [Imię Nazwisko]"/>
          <p:cNvSpPr txBox="1"/>
          <p:nvPr/>
        </p:nvSpPr>
        <p:spPr>
          <a:xfrm>
            <a:off x="2160000" y="3926400"/>
            <a:ext cx="8640000" cy="28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600" b="1" i="0">
                <a:solidFill>
                  <a:schemeClr val="tx1"/>
                </a:solidFill>
                <a:latin typeface="+mn-lt"/>
              </a:rPr>
              <a:t>[Imię Nazwisko]</a:t>
            </a:r>
          </a:p>
        </p:txBody>
      </p:sp>
      <p:sp>
        <p:nvSpPr>
          <p:cNvPr id="9" name="Tekst: [funkcja, firma]"/>
          <p:cNvSpPr txBox="1"/>
          <p:nvPr/>
        </p:nvSpPr>
        <p:spPr>
          <a:xfrm>
            <a:off x="2160000" y="4214400"/>
            <a:ext cx="8640000" cy="28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4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[funkcja, firma]</a:t>
            </a:r>
          </a:p>
        </p:txBody>
      </p:sp>
      <p:sp>
        <p:nvSpPr>
          <p:cNvPr id="10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kst: SLAJD 20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20 - do czego służy</a:t>
            </a:r>
          </a:p>
        </p:txBody>
      </p:sp>
      <p:sp>
        <p:nvSpPr>
          <p:cNvPr id="12" name="OPIS - tresc"/>
          <p:cNvSpPr/>
          <p:nvPr/>
        </p:nvSpPr>
        <p:spPr>
          <a:xfrm>
            <a:off x="12408000" y="522000"/>
            <a:ext cx="3060000" cy="10119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kst: Cytat / opinia: klient, partner, konsume"/>
          <p:cNvSpPr txBox="1"/>
          <p:nvPr/>
        </p:nvSpPr>
        <p:spPr>
          <a:xfrm>
            <a:off x="12552000" y="666000"/>
            <a:ext cx="2772000" cy="10119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Cytat / opinia: klient, partner, konsument, influencer. Zawsze z autorem.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slajdu"/>
          <p:cNvSpPr txBox="1"/>
          <p:nvPr/>
        </p:nvSpPr>
        <p:spPr>
          <a:xfrm>
            <a:off x="864000" y="828000"/>
            <a:ext cx="9360000" cy="50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4000"/>
              </a:lnSpc>
            </a:pPr>
            <a:r>
              <a:rPr sz="4000" b="0" i="0">
                <a:solidFill>
                  <a:schemeClr val="tx1"/>
                </a:solidFill>
                <a:latin typeface="+mj-lt"/>
              </a:rPr>
              <a:t>[Tytuł porównania]</a:t>
            </a:r>
          </a:p>
        </p:txBody>
      </p:sp>
      <p:pic>
        <p:nvPicPr>
          <p:cNvPr id="3" name="Logo marki" descr="logo_green_bo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4000" y="540000"/>
            <a:ext cx="684000" cy="504450"/>
          </a:xfrm>
          <a:prstGeom prst="rect">
            <a:avLst/>
          </a:prstGeom>
        </p:spPr>
      </p:pic>
      <p:sp>
        <p:nvSpPr>
          <p:cNvPr id="4" name="Numer slajdu"/>
          <p:cNvSpPr txBox="1"/>
          <p:nvPr/>
        </p:nvSpPr>
        <p:spPr>
          <a:xfrm>
            <a:off x="10788000" y="6426000"/>
            <a:ext cx="540000" cy="216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/>
            <a:r>
              <a:rPr sz="105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21</a:t>
            </a:r>
          </a:p>
        </p:txBody>
      </p:sp>
      <p:sp>
        <p:nvSpPr>
          <p:cNvPr id="5" name="Karta / tło (kolor z motywu)"/>
          <p:cNvSpPr/>
          <p:nvPr/>
        </p:nvSpPr>
        <p:spPr>
          <a:xfrm>
            <a:off x="864000" y="1908000"/>
            <a:ext cx="5088000" cy="4320000"/>
          </a:xfrm>
          <a:prstGeom prst="roundRect">
            <a:avLst>
              <a:gd name="adj" fmla="val 3750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kst: [Dziś]"/>
          <p:cNvSpPr txBox="1"/>
          <p:nvPr/>
        </p:nvSpPr>
        <p:spPr>
          <a:xfrm>
            <a:off x="1224000" y="2016000"/>
            <a:ext cx="4368000" cy="50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2800" b="0" i="0">
                <a:solidFill>
                  <a:schemeClr val="tx1"/>
                </a:solidFill>
                <a:latin typeface="+mj-lt"/>
              </a:rPr>
              <a:t>[Dziś]</a:t>
            </a:r>
          </a:p>
        </p:txBody>
      </p:sp>
      <p:sp>
        <p:nvSpPr>
          <p:cNvPr id="7" name="Punktor"/>
          <p:cNvSpPr/>
          <p:nvPr/>
        </p:nvSpPr>
        <p:spPr>
          <a:xfrm>
            <a:off x="1231200" y="2743200"/>
            <a:ext cx="93600" cy="936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kst: [Obserwacja 1]"/>
          <p:cNvSpPr txBox="1"/>
          <p:nvPr/>
        </p:nvSpPr>
        <p:spPr>
          <a:xfrm>
            <a:off x="1440000" y="2664000"/>
            <a:ext cx="4152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00"/>
              </a:lnSpc>
            </a:pPr>
            <a:r>
              <a:rPr sz="1600" b="0" i="0">
                <a:solidFill>
                  <a:schemeClr val="tx1"/>
                </a:solidFill>
                <a:latin typeface="+mn-lt"/>
              </a:rPr>
              <a:t>[Obserwacja 1]</a:t>
            </a:r>
          </a:p>
        </p:txBody>
      </p:sp>
      <p:sp>
        <p:nvSpPr>
          <p:cNvPr id="9" name="Punktor"/>
          <p:cNvSpPr/>
          <p:nvPr/>
        </p:nvSpPr>
        <p:spPr>
          <a:xfrm>
            <a:off x="1231200" y="3184600"/>
            <a:ext cx="93600" cy="936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kst: [Obserwacja 2]"/>
          <p:cNvSpPr txBox="1"/>
          <p:nvPr/>
        </p:nvSpPr>
        <p:spPr>
          <a:xfrm>
            <a:off x="1440000" y="3105400"/>
            <a:ext cx="4152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00"/>
              </a:lnSpc>
            </a:pPr>
            <a:r>
              <a:rPr sz="1600" b="0" i="0">
                <a:solidFill>
                  <a:schemeClr val="tx1"/>
                </a:solidFill>
                <a:latin typeface="+mn-lt"/>
              </a:rPr>
              <a:t>[Obserwacja 2]</a:t>
            </a:r>
          </a:p>
        </p:txBody>
      </p:sp>
      <p:sp>
        <p:nvSpPr>
          <p:cNvPr id="11" name="Punktor"/>
          <p:cNvSpPr/>
          <p:nvPr/>
        </p:nvSpPr>
        <p:spPr>
          <a:xfrm>
            <a:off x="1231200" y="3626000"/>
            <a:ext cx="93600" cy="936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kst: [Obserwacja 3]"/>
          <p:cNvSpPr txBox="1"/>
          <p:nvPr/>
        </p:nvSpPr>
        <p:spPr>
          <a:xfrm>
            <a:off x="1440000" y="3546800"/>
            <a:ext cx="4152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00"/>
              </a:lnSpc>
            </a:pPr>
            <a:r>
              <a:rPr sz="1600" b="0" i="0">
                <a:solidFill>
                  <a:schemeClr val="tx1"/>
                </a:solidFill>
                <a:latin typeface="+mn-lt"/>
              </a:rPr>
              <a:t>[Obserwacja 3]</a:t>
            </a:r>
          </a:p>
        </p:txBody>
      </p:sp>
      <p:sp>
        <p:nvSpPr>
          <p:cNvPr id="13" name="Karta / tło (kolor z motywu)"/>
          <p:cNvSpPr/>
          <p:nvPr/>
        </p:nvSpPr>
        <p:spPr>
          <a:xfrm>
            <a:off x="6240000" y="1908000"/>
            <a:ext cx="5088000" cy="4320000"/>
          </a:xfrm>
          <a:prstGeom prst="roundRect">
            <a:avLst>
              <a:gd name="adj" fmla="val 375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kst: [Z nami]"/>
          <p:cNvSpPr txBox="1"/>
          <p:nvPr/>
        </p:nvSpPr>
        <p:spPr>
          <a:xfrm>
            <a:off x="6600000" y="2016000"/>
            <a:ext cx="4368000" cy="50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2800" b="0" i="0">
                <a:solidFill>
                  <a:schemeClr val="bg1"/>
                </a:solidFill>
                <a:latin typeface="+mj-lt"/>
              </a:rPr>
              <a:t>[Z nami]</a:t>
            </a:r>
          </a:p>
        </p:txBody>
      </p:sp>
      <p:sp>
        <p:nvSpPr>
          <p:cNvPr id="15" name="Punktor"/>
          <p:cNvSpPr/>
          <p:nvPr/>
        </p:nvSpPr>
        <p:spPr>
          <a:xfrm>
            <a:off x="6607200" y="2743200"/>
            <a:ext cx="93600" cy="9360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kst: [Korzyść 1]"/>
          <p:cNvSpPr txBox="1"/>
          <p:nvPr/>
        </p:nvSpPr>
        <p:spPr>
          <a:xfrm>
            <a:off x="6816000" y="2664000"/>
            <a:ext cx="4152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00"/>
              </a:lnSpc>
            </a:pPr>
            <a:r>
              <a:rPr sz="1600" b="0" i="0">
                <a:solidFill>
                  <a:schemeClr val="bg1"/>
                </a:solidFill>
                <a:latin typeface="+mn-lt"/>
              </a:rPr>
              <a:t>[Korzyść 1]</a:t>
            </a:r>
          </a:p>
        </p:txBody>
      </p:sp>
      <p:sp>
        <p:nvSpPr>
          <p:cNvPr id="17" name="Punktor"/>
          <p:cNvSpPr/>
          <p:nvPr/>
        </p:nvSpPr>
        <p:spPr>
          <a:xfrm>
            <a:off x="6607200" y="3184600"/>
            <a:ext cx="93600" cy="9360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kst: [Korzyść 2]"/>
          <p:cNvSpPr txBox="1"/>
          <p:nvPr/>
        </p:nvSpPr>
        <p:spPr>
          <a:xfrm>
            <a:off x="6816000" y="3105400"/>
            <a:ext cx="4152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00"/>
              </a:lnSpc>
            </a:pPr>
            <a:r>
              <a:rPr sz="1600" b="0" i="0">
                <a:solidFill>
                  <a:schemeClr val="bg1"/>
                </a:solidFill>
                <a:latin typeface="+mn-lt"/>
              </a:rPr>
              <a:t>[Korzyść 2]</a:t>
            </a:r>
          </a:p>
        </p:txBody>
      </p:sp>
      <p:sp>
        <p:nvSpPr>
          <p:cNvPr id="19" name="Punktor"/>
          <p:cNvSpPr/>
          <p:nvPr/>
        </p:nvSpPr>
        <p:spPr>
          <a:xfrm>
            <a:off x="6607200" y="3626000"/>
            <a:ext cx="93600" cy="9360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kst: [Korzyść 3]"/>
          <p:cNvSpPr txBox="1"/>
          <p:nvPr/>
        </p:nvSpPr>
        <p:spPr>
          <a:xfrm>
            <a:off x="6816000" y="3546800"/>
            <a:ext cx="4152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00"/>
              </a:lnSpc>
            </a:pPr>
            <a:r>
              <a:rPr sz="1600" b="0" i="0">
                <a:solidFill>
                  <a:schemeClr val="bg1"/>
                </a:solidFill>
                <a:latin typeface="+mn-lt"/>
              </a:rPr>
              <a:t>[Korzyść 3]</a:t>
            </a:r>
          </a:p>
        </p:txBody>
      </p:sp>
      <p:sp>
        <p:nvSpPr>
          <p:cNvPr id="21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Tekst: SLAJD 21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21 - do czego służy</a:t>
            </a:r>
          </a:p>
        </p:txBody>
      </p:sp>
      <p:sp>
        <p:nvSpPr>
          <p:cNvPr id="23" name="OPIS - tresc"/>
          <p:cNvSpPr/>
          <p:nvPr/>
        </p:nvSpPr>
        <p:spPr>
          <a:xfrm>
            <a:off x="12408000" y="522000"/>
            <a:ext cx="3060000" cy="10119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kst: Dwie kolumny - porównanie: 'dziś' kontra"/>
          <p:cNvSpPr txBox="1"/>
          <p:nvPr/>
        </p:nvSpPr>
        <p:spPr>
          <a:xfrm>
            <a:off x="12552000" y="666000"/>
            <a:ext cx="2772000" cy="10119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Dwie kolumny - porównanie: 'dziś' kontra 'nasza propozycja'. Prawa kolumna jest wyróżniona.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Zdjęcie - prawy klik: Zmień obraz (rogi i rozmiar zostają)" descr="ph_817_ZDJCIE.png"/>
          <p:cNvPicPr>
            <a:picLocks noChangeAspect="1"/>
          </p:cNvPicPr>
          <p:nvPr/>
        </p:nvPicPr>
        <p:blipFill>
          <a:blip r:embed="rId3"/>
          <a:srcRect l="13" r="13"/>
          <a:stretch>
            <a:fillRect/>
          </a:stretch>
        </p:blipFill>
        <p:spPr>
          <a:xfrm>
            <a:off x="6583680" y="0"/>
            <a:ext cx="5608320" cy="6858000"/>
          </a:xfrm>
          <a:prstGeom prst="rect">
            <a:avLst/>
          </a:prstGeom>
        </p:spPr>
      </p:pic>
      <p:pic>
        <p:nvPicPr>
          <p:cNvPr id="3" name="Logo marki" descr="logo_green_bo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4000" y="450000"/>
            <a:ext cx="684000" cy="504450"/>
          </a:xfrm>
          <a:prstGeom prst="rect">
            <a:avLst/>
          </a:prstGeom>
        </p:spPr>
      </p:pic>
      <p:sp>
        <p:nvSpPr>
          <p:cNvPr id="4" name="Tytuł slajdu"/>
          <p:cNvSpPr txBox="1"/>
          <p:nvPr/>
        </p:nvSpPr>
        <p:spPr>
          <a:xfrm>
            <a:off x="864000" y="1512000"/>
            <a:ext cx="4927680" cy="558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4312"/>
              </a:lnSpc>
            </a:pPr>
            <a:r>
              <a:rPr sz="4400" b="0" i="0">
                <a:solidFill>
                  <a:schemeClr val="tx1"/>
                </a:solidFill>
                <a:latin typeface="+mj-lt"/>
              </a:rPr>
              <a:t>[Tytuł slajdu]</a:t>
            </a:r>
          </a:p>
        </p:txBody>
      </p:sp>
      <p:sp>
        <p:nvSpPr>
          <p:cNvPr id="5" name="Tekst: [Opis: 2-4 zdania. Zdjęcie podmień: praw"/>
          <p:cNvSpPr txBox="1"/>
          <p:nvPr/>
        </p:nvSpPr>
        <p:spPr>
          <a:xfrm>
            <a:off x="864000" y="2293624"/>
            <a:ext cx="4927680" cy="584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00"/>
              </a:lnSpc>
            </a:pPr>
            <a:r>
              <a:rPr sz="16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[Opis: 2-4 zdania. Zdjęcie podmień: prawy klik &gt; Zmień obraz.]</a:t>
            </a:r>
          </a:p>
        </p:txBody>
      </p:sp>
      <p:sp>
        <p:nvSpPr>
          <p:cNvPr id="6" name="Punktor"/>
          <p:cNvSpPr/>
          <p:nvPr/>
        </p:nvSpPr>
        <p:spPr>
          <a:xfrm>
            <a:off x="871200" y="3165824"/>
            <a:ext cx="93600" cy="936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kst: [Punkt 1]"/>
          <p:cNvSpPr txBox="1"/>
          <p:nvPr/>
        </p:nvSpPr>
        <p:spPr>
          <a:xfrm>
            <a:off x="1080000" y="3093824"/>
            <a:ext cx="4711680" cy="28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500" b="1" i="0">
                <a:solidFill>
                  <a:schemeClr val="tx1"/>
                </a:solidFill>
                <a:latin typeface="+mn-lt"/>
              </a:rPr>
              <a:t>[Punkt 1]</a:t>
            </a:r>
          </a:p>
        </p:txBody>
      </p:sp>
      <p:sp>
        <p:nvSpPr>
          <p:cNvPr id="8" name="Punktor"/>
          <p:cNvSpPr/>
          <p:nvPr/>
        </p:nvSpPr>
        <p:spPr>
          <a:xfrm>
            <a:off x="871200" y="3507824"/>
            <a:ext cx="93600" cy="936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kst: [Punkt 2]"/>
          <p:cNvSpPr txBox="1"/>
          <p:nvPr/>
        </p:nvSpPr>
        <p:spPr>
          <a:xfrm>
            <a:off x="1080000" y="3435824"/>
            <a:ext cx="4711680" cy="28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500" b="1" i="0">
                <a:solidFill>
                  <a:schemeClr val="tx1"/>
                </a:solidFill>
                <a:latin typeface="+mn-lt"/>
              </a:rPr>
              <a:t>[Punkt 2]</a:t>
            </a:r>
          </a:p>
        </p:txBody>
      </p:sp>
      <p:sp>
        <p:nvSpPr>
          <p:cNvPr id="10" name="Punktor"/>
          <p:cNvSpPr/>
          <p:nvPr/>
        </p:nvSpPr>
        <p:spPr>
          <a:xfrm>
            <a:off x="871200" y="3849824"/>
            <a:ext cx="93600" cy="936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kst: [Punkt 3]"/>
          <p:cNvSpPr txBox="1"/>
          <p:nvPr/>
        </p:nvSpPr>
        <p:spPr>
          <a:xfrm>
            <a:off x="1080000" y="3777824"/>
            <a:ext cx="4711680" cy="28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500" b="1" i="0">
                <a:solidFill>
                  <a:schemeClr val="tx1"/>
                </a:solidFill>
                <a:latin typeface="+mn-lt"/>
              </a:rPr>
              <a:t>[Punkt 3]</a:t>
            </a:r>
          </a:p>
        </p:txBody>
      </p:sp>
      <p:sp>
        <p:nvSpPr>
          <p:cNvPr id="12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kst: SLAJD 22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22 - do czego służy</a:t>
            </a:r>
          </a:p>
        </p:txBody>
      </p:sp>
      <p:sp>
        <p:nvSpPr>
          <p:cNvPr id="14" name="OPIS - tresc"/>
          <p:cNvSpPr/>
          <p:nvPr/>
        </p:nvSpPr>
        <p:spPr>
          <a:xfrm>
            <a:off x="12408000" y="522000"/>
            <a:ext cx="3060000" cy="10119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kst: Tekst po lewej, ZDJĘCIE po prawej (do kr"/>
          <p:cNvSpPr txBox="1"/>
          <p:nvPr/>
        </p:nvSpPr>
        <p:spPr>
          <a:xfrm>
            <a:off x="12552000" y="666000"/>
            <a:ext cx="2772000" cy="10119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Tekst po lewej, ZDJĘCIE po prawej (do krawędzi). Opis produktu, kampanii, eventu.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Zdjęcie - prawy klik: Zmień obraz (rogi i rozmiar zostają)" descr="ph_817_ZDJCIE.png"/>
          <p:cNvPicPr>
            <a:picLocks noChangeAspect="1"/>
          </p:cNvPicPr>
          <p:nvPr/>
        </p:nvPicPr>
        <p:blipFill>
          <a:blip r:embed="rId3"/>
          <a:srcRect l="13" r="13"/>
          <a:stretch>
            <a:fillRect/>
          </a:stretch>
        </p:blipFill>
        <p:spPr>
          <a:xfrm>
            <a:off x="0" y="0"/>
            <a:ext cx="5608320" cy="6858000"/>
          </a:xfrm>
          <a:prstGeom prst="rect">
            <a:avLst/>
          </a:prstGeom>
        </p:spPr>
      </p:pic>
      <p:pic>
        <p:nvPicPr>
          <p:cNvPr id="3" name="Logo marki" descr="logo_green_bo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44000" y="450000"/>
            <a:ext cx="684000" cy="504450"/>
          </a:xfrm>
          <a:prstGeom prst="rect">
            <a:avLst/>
          </a:prstGeom>
        </p:spPr>
      </p:pic>
      <p:sp>
        <p:nvSpPr>
          <p:cNvPr id="4" name="Tytuł slajdu"/>
          <p:cNvSpPr txBox="1"/>
          <p:nvPr/>
        </p:nvSpPr>
        <p:spPr>
          <a:xfrm>
            <a:off x="6400320" y="1512000"/>
            <a:ext cx="4927680" cy="558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4312"/>
              </a:lnSpc>
            </a:pPr>
            <a:r>
              <a:rPr sz="4400" b="0" i="0">
                <a:solidFill>
                  <a:schemeClr val="tx1"/>
                </a:solidFill>
                <a:latin typeface="+mj-lt"/>
              </a:rPr>
              <a:t>[Tytuł slajdu]</a:t>
            </a:r>
          </a:p>
        </p:txBody>
      </p:sp>
      <p:sp>
        <p:nvSpPr>
          <p:cNvPr id="5" name="Tekst: [Opis: 2-4 zdania. Zdjęcie podmień: praw"/>
          <p:cNvSpPr txBox="1"/>
          <p:nvPr/>
        </p:nvSpPr>
        <p:spPr>
          <a:xfrm>
            <a:off x="6400320" y="2293624"/>
            <a:ext cx="4927680" cy="584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00"/>
              </a:lnSpc>
            </a:pPr>
            <a:r>
              <a:rPr sz="16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[Opis: 2-4 zdania. Zdjęcie podmień: prawy klik &gt; Zmień obraz.]</a:t>
            </a:r>
          </a:p>
        </p:txBody>
      </p:sp>
      <p:sp>
        <p:nvSpPr>
          <p:cNvPr id="6" name="Punktor"/>
          <p:cNvSpPr/>
          <p:nvPr/>
        </p:nvSpPr>
        <p:spPr>
          <a:xfrm>
            <a:off x="6407520" y="3165824"/>
            <a:ext cx="93600" cy="936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kst: [Punkt 1]"/>
          <p:cNvSpPr txBox="1"/>
          <p:nvPr/>
        </p:nvSpPr>
        <p:spPr>
          <a:xfrm>
            <a:off x="6616320" y="3093824"/>
            <a:ext cx="4711680" cy="28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500" b="1" i="0">
                <a:solidFill>
                  <a:schemeClr val="tx1"/>
                </a:solidFill>
                <a:latin typeface="+mn-lt"/>
              </a:rPr>
              <a:t>[Punkt 1]</a:t>
            </a:r>
          </a:p>
        </p:txBody>
      </p:sp>
      <p:sp>
        <p:nvSpPr>
          <p:cNvPr id="8" name="Punktor"/>
          <p:cNvSpPr/>
          <p:nvPr/>
        </p:nvSpPr>
        <p:spPr>
          <a:xfrm>
            <a:off x="6407520" y="3507824"/>
            <a:ext cx="93600" cy="936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kst: [Punkt 2]"/>
          <p:cNvSpPr txBox="1"/>
          <p:nvPr/>
        </p:nvSpPr>
        <p:spPr>
          <a:xfrm>
            <a:off x="6616320" y="3435824"/>
            <a:ext cx="4711680" cy="28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500" b="1" i="0">
                <a:solidFill>
                  <a:schemeClr val="tx1"/>
                </a:solidFill>
                <a:latin typeface="+mn-lt"/>
              </a:rPr>
              <a:t>[Punkt 2]</a:t>
            </a:r>
          </a:p>
        </p:txBody>
      </p:sp>
      <p:sp>
        <p:nvSpPr>
          <p:cNvPr id="10" name="Punktor"/>
          <p:cNvSpPr/>
          <p:nvPr/>
        </p:nvSpPr>
        <p:spPr>
          <a:xfrm>
            <a:off x="6407520" y="3849824"/>
            <a:ext cx="93600" cy="936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kst: [Punkt 3]"/>
          <p:cNvSpPr txBox="1"/>
          <p:nvPr/>
        </p:nvSpPr>
        <p:spPr>
          <a:xfrm>
            <a:off x="6616320" y="3777824"/>
            <a:ext cx="4711680" cy="28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500" b="1" i="0">
                <a:solidFill>
                  <a:schemeClr val="tx1"/>
                </a:solidFill>
                <a:latin typeface="+mn-lt"/>
              </a:rPr>
              <a:t>[Punkt 3]</a:t>
            </a:r>
          </a:p>
        </p:txBody>
      </p:sp>
      <p:sp>
        <p:nvSpPr>
          <p:cNvPr id="12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kst: SLAJD 23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23 - do czego służy</a:t>
            </a:r>
          </a:p>
        </p:txBody>
      </p:sp>
      <p:sp>
        <p:nvSpPr>
          <p:cNvPr id="14" name="OPIS - tresc"/>
          <p:cNvSpPr/>
          <p:nvPr/>
        </p:nvSpPr>
        <p:spPr>
          <a:xfrm>
            <a:off x="12408000" y="522000"/>
            <a:ext cx="3060000" cy="10119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kst: ZDJĘCIE po lewej, tekst po prawej. Lustr"/>
          <p:cNvSpPr txBox="1"/>
          <p:nvPr/>
        </p:nvSpPr>
        <p:spPr>
          <a:xfrm>
            <a:off x="12552000" y="666000"/>
            <a:ext cx="2772000" cy="10119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ZDJĘCIE po lewej, tekst po prawej.</a:t>
            </a:r>
          </a:p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Lustrzane odbicie poprzedniego - używaj na zmianę dla rytmu.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arta / tło (kolor z motywu)"/>
          <p:cNvSpPr/>
          <p:nvPr/>
        </p:nvSpPr>
        <p:spPr>
          <a:xfrm>
            <a:off x="6583680" y="0"/>
            <a:ext cx="5608320" cy="6858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grpSp>
        <p:nvGrpSpPr>
          <p:cNvPr id="24" name="Produkt z owocami (grupa) - przesuwaj całość; kliknij 2x, by zmienić obraz"/>
          <p:cNvGrpSpPr/>
          <p:nvPr/>
        </p:nvGrpSpPr>
        <p:grpSpPr>
          <a:xfrm>
            <a:off x="6858004" y="1287000"/>
            <a:ext cx="4971733" cy="5070085"/>
            <a:chOff x="6858004" y="1287000"/>
            <a:chExt cx="4971733" cy="5070085"/>
          </a:xfrm>
        </p:grpSpPr>
        <p:pic>
          <p:nvPicPr>
            <p:cNvPr id="3" name="Owoc / element smaku - prawy klik: Zmień obraz albo Delete" descr="p_cola_cytryna_plaster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440000">
              <a:off x="10939054" y="1745307"/>
              <a:ext cx="720000" cy="523384"/>
            </a:xfrm>
            <a:prstGeom prst="rect">
              <a:avLst/>
            </a:prstGeom>
          </p:spPr>
        </p:pic>
        <p:sp>
          <p:nvSpPr>
            <p:cNvPr id="4" name="Cień pod paczką"/>
            <p:cNvSpPr/>
            <p:nvPr/>
          </p:nvSpPr>
          <p:spPr>
            <a:xfrm rot="240000">
              <a:off x="7874795" y="5474835"/>
              <a:ext cx="3026089" cy="445950"/>
            </a:xfrm>
            <a:prstGeom prst="ellipse">
              <a:avLst/>
            </a:prstGeom>
            <a:solidFill>
              <a:srgbClr val="3B2A20"/>
            </a:solidFill>
            <a:ln>
              <a:noFill/>
            </a:ln>
            <a:effectLst>
              <a:softEdge rad="127000"/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5" name="Packshot - prawy klik: Zmień obraz (PNG bez tła)" descr="pack_cola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rot="240000">
              <a:off x="7795161" y="1287000"/>
              <a:ext cx="3185357" cy="4500000"/>
            </a:xfrm>
            <a:prstGeom prst="rect">
              <a:avLst/>
            </a:prstGeom>
          </p:spPr>
        </p:pic>
        <p:pic>
          <p:nvPicPr>
            <p:cNvPr id="6" name="Owoc / element smaku - prawy klik: Zmień obraz albo Delete" descr="p_kulka_ugryz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20640000">
              <a:off x="6858004" y="2227210"/>
              <a:ext cx="855000" cy="819578"/>
            </a:xfrm>
            <a:prstGeom prst="rect">
              <a:avLst/>
            </a:prstGeom>
          </p:spPr>
        </p:pic>
        <p:pic>
          <p:nvPicPr>
            <p:cNvPr id="7" name="Owoc / element smaku - prawy klik: Zmień obraz albo Delete" descr="p_kulka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rot="600000">
              <a:off x="7004125" y="4714200"/>
              <a:ext cx="945000" cy="885600"/>
            </a:xfrm>
            <a:prstGeom prst="rect">
              <a:avLst/>
            </a:prstGeom>
          </p:spPr>
        </p:pic>
        <p:pic>
          <p:nvPicPr>
            <p:cNvPr id="8" name="Owoc / element smaku - prawy klik: Zmień obraz albo Delete" descr="p_cola_cytryna_cwiartka.pn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20880000">
              <a:off x="11023199" y="3987000"/>
              <a:ext cx="806538" cy="900000"/>
            </a:xfrm>
            <a:prstGeom prst="rect">
              <a:avLst/>
            </a:prstGeom>
          </p:spPr>
        </p:pic>
        <p:pic>
          <p:nvPicPr>
            <p:cNvPr id="9" name="Owoc / element smaku - prawy klik: Zmień obraz albo Delete" descr="p_kulka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rot="2040000">
              <a:off x="8308354" y="5626800"/>
              <a:ext cx="630000" cy="590400"/>
            </a:xfrm>
            <a:prstGeom prst="rect">
              <a:avLst/>
            </a:prstGeom>
          </p:spPr>
        </p:pic>
        <p:pic>
          <p:nvPicPr>
            <p:cNvPr id="10" name="Owoc / element smaku - prawy klik: Zmień obraz albo Delete" descr="p_kulka_ugryz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19920000">
              <a:off x="9983447" y="5666914"/>
              <a:ext cx="720000" cy="690171"/>
            </a:xfrm>
            <a:prstGeom prst="rect">
              <a:avLst/>
            </a:prstGeom>
          </p:spPr>
        </p:pic>
      </p:grpSp>
      <p:pic>
        <p:nvPicPr>
          <p:cNvPr id="11" name="Logo marki" descr="logo_green_box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4000" y="450000"/>
            <a:ext cx="684000" cy="504450"/>
          </a:xfrm>
          <a:prstGeom prst="rect">
            <a:avLst/>
          </a:prstGeom>
        </p:spPr>
      </p:pic>
      <p:sp>
        <p:nvSpPr>
          <p:cNvPr id="12" name="Tytuł slajdu"/>
          <p:cNvSpPr txBox="1"/>
          <p:nvPr/>
        </p:nvSpPr>
        <p:spPr>
          <a:xfrm>
            <a:off x="864000" y="1512000"/>
            <a:ext cx="4927680" cy="1117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4312"/>
              </a:lnSpc>
            </a:pPr>
            <a:r>
              <a:rPr sz="4400" b="0" i="0">
                <a:solidFill>
                  <a:schemeClr val="tx1"/>
                </a:solidFill>
                <a:latin typeface="+mj-lt"/>
              </a:rPr>
              <a:t>[Tytuł slajdu</a:t>
            </a:r>
          </a:p>
          <a:p>
            <a:pPr algn="l">
              <a:lnSpc>
                <a:spcPts val="4312"/>
              </a:lnSpc>
            </a:pPr>
            <a:r>
              <a:rPr sz="4400" b="0" i="0">
                <a:solidFill>
                  <a:schemeClr val="tx1"/>
                </a:solidFill>
                <a:latin typeface="+mj-lt"/>
              </a:rPr>
              <a:t>o produkcie]</a:t>
            </a:r>
          </a:p>
        </p:txBody>
      </p:sp>
      <p:sp>
        <p:nvSpPr>
          <p:cNvPr id="13" name="Tekst: [Opis produktu - claimy tylko z karty wp"/>
          <p:cNvSpPr txBox="1"/>
          <p:nvPr/>
        </p:nvSpPr>
        <p:spPr>
          <a:xfrm>
            <a:off x="864000" y="2841248"/>
            <a:ext cx="4927680" cy="2921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00"/>
              </a:lnSpc>
            </a:pPr>
            <a:r>
              <a:rPr sz="16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[Opis produktu - claimy tylko z karty wprowadzenia.]</a:t>
            </a:r>
          </a:p>
        </p:txBody>
      </p:sp>
      <p:sp>
        <p:nvSpPr>
          <p:cNvPr id="14" name="Punktor"/>
          <p:cNvSpPr/>
          <p:nvPr/>
        </p:nvSpPr>
        <p:spPr>
          <a:xfrm>
            <a:off x="871200" y="3421348"/>
            <a:ext cx="93600" cy="936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kst: [Claim 1]"/>
          <p:cNvSpPr txBox="1"/>
          <p:nvPr/>
        </p:nvSpPr>
        <p:spPr>
          <a:xfrm>
            <a:off x="1080000" y="3349348"/>
            <a:ext cx="4711680" cy="28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500" b="1" i="0">
                <a:solidFill>
                  <a:schemeClr val="tx1"/>
                </a:solidFill>
                <a:latin typeface="+mn-lt"/>
              </a:rPr>
              <a:t>[Claim 1]</a:t>
            </a:r>
          </a:p>
        </p:txBody>
      </p:sp>
      <p:sp>
        <p:nvSpPr>
          <p:cNvPr id="16" name="Punktor"/>
          <p:cNvSpPr/>
          <p:nvPr/>
        </p:nvSpPr>
        <p:spPr>
          <a:xfrm>
            <a:off x="871200" y="3763348"/>
            <a:ext cx="93600" cy="936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kst: [Claim 2]"/>
          <p:cNvSpPr txBox="1"/>
          <p:nvPr/>
        </p:nvSpPr>
        <p:spPr>
          <a:xfrm>
            <a:off x="1080000" y="3691348"/>
            <a:ext cx="4711680" cy="28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500" b="1" i="0">
                <a:solidFill>
                  <a:schemeClr val="tx1"/>
                </a:solidFill>
                <a:latin typeface="+mn-lt"/>
              </a:rPr>
              <a:t>[Claim 2]</a:t>
            </a:r>
          </a:p>
        </p:txBody>
      </p:sp>
      <p:sp>
        <p:nvSpPr>
          <p:cNvPr id="18" name="Punktor"/>
          <p:cNvSpPr/>
          <p:nvPr/>
        </p:nvSpPr>
        <p:spPr>
          <a:xfrm>
            <a:off x="871200" y="4105348"/>
            <a:ext cx="93600" cy="936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kst: [Claim 3]"/>
          <p:cNvSpPr txBox="1"/>
          <p:nvPr/>
        </p:nvSpPr>
        <p:spPr>
          <a:xfrm>
            <a:off x="1080000" y="4033348"/>
            <a:ext cx="4711680" cy="28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500" b="1" i="0">
                <a:solidFill>
                  <a:schemeClr val="tx1"/>
                </a:solidFill>
                <a:latin typeface="+mn-lt"/>
              </a:rPr>
              <a:t>[Claim 3]</a:t>
            </a:r>
          </a:p>
        </p:txBody>
      </p:sp>
      <p:sp>
        <p:nvSpPr>
          <p:cNvPr id="20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kst: SLAJD 24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24 - do czego służy</a:t>
            </a:r>
          </a:p>
        </p:txBody>
      </p:sp>
      <p:sp>
        <p:nvSpPr>
          <p:cNvPr id="22" name="OPIS - tresc"/>
          <p:cNvSpPr/>
          <p:nvPr/>
        </p:nvSpPr>
        <p:spPr>
          <a:xfrm>
            <a:off x="12408000" y="522000"/>
            <a:ext cx="3060000" cy="10119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kst: Tekst po lewej, PRODUKT po prawej (na kr"/>
          <p:cNvSpPr txBox="1"/>
          <p:nvPr/>
        </p:nvSpPr>
        <p:spPr>
          <a:xfrm>
            <a:off x="12552000" y="666000"/>
            <a:ext cx="2772000" cy="10119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Tekst po lewej, PRODUKT po prawej (na kremowym tle z drobnymi elementami smaku).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Zdjęcie - prawy klik: Zmień obraz (rogi i rozmiar zostają)" descr="ph_940_ZDJCIE.png"/>
          <p:cNvPicPr>
            <a:picLocks noChangeAspect="1"/>
          </p:cNvPicPr>
          <p:nvPr/>
        </p:nvPicPr>
        <p:blipFill>
          <a:blip r:embed="rId3"/>
          <a:srcRect l="16" r="16"/>
          <a:stretch>
            <a:fillRect/>
          </a:stretch>
        </p:blipFill>
        <p:spPr>
          <a:xfrm>
            <a:off x="864000" y="576000"/>
            <a:ext cx="5364480" cy="5706000"/>
          </a:xfrm>
          <a:prstGeom prst="roundRect">
            <a:avLst>
              <a:gd name="adj" fmla="val 3019"/>
            </a:avLst>
          </a:prstGeom>
        </p:spPr>
      </p:pic>
      <p:sp>
        <p:nvSpPr>
          <p:cNvPr id="3" name="Tytuł slajdu"/>
          <p:cNvSpPr txBox="1"/>
          <p:nvPr/>
        </p:nvSpPr>
        <p:spPr>
          <a:xfrm>
            <a:off x="7020480" y="809600"/>
            <a:ext cx="4307520" cy="558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4400"/>
              </a:lnSpc>
            </a:pPr>
            <a:r>
              <a:rPr sz="4400" b="0" i="0">
                <a:solidFill>
                  <a:schemeClr val="tx1"/>
                </a:solidFill>
                <a:latin typeface="+mj-lt"/>
              </a:rPr>
              <a:t>[Tytuł z hasłem]</a:t>
            </a:r>
          </a:p>
        </p:txBody>
      </p:sp>
      <p:pic>
        <p:nvPicPr>
          <p:cNvPr id="4" name="Ikona / grafika - prawy klik: Zmień obraz" descr="sparkl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0480" y="1728400"/>
            <a:ext cx="468000" cy="468000"/>
          </a:xfrm>
          <a:prstGeom prst="rect">
            <a:avLst/>
          </a:prstGeom>
        </p:spPr>
      </p:pic>
      <p:sp>
        <p:nvSpPr>
          <p:cNvPr id="5" name="Tekst: [Zaleta 1]"/>
          <p:cNvSpPr txBox="1"/>
          <p:nvPr/>
        </p:nvSpPr>
        <p:spPr>
          <a:xfrm>
            <a:off x="7740480" y="1710400"/>
            <a:ext cx="3587520" cy="32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900" b="1" i="0">
                <a:solidFill>
                  <a:schemeClr val="tx1"/>
                </a:solidFill>
                <a:latin typeface="+mn-lt"/>
              </a:rPr>
              <a:t>[Zaleta 1]</a:t>
            </a:r>
          </a:p>
        </p:txBody>
      </p:sp>
      <p:sp>
        <p:nvSpPr>
          <p:cNvPr id="6" name="Tekst: [1-2 zdania opisu zalety]"/>
          <p:cNvSpPr txBox="1"/>
          <p:nvPr/>
        </p:nvSpPr>
        <p:spPr>
          <a:xfrm>
            <a:off x="7740480" y="2052400"/>
            <a:ext cx="3587520" cy="68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0"/>
              </a:lnSpc>
            </a:pPr>
            <a:r>
              <a:rPr sz="15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[1-2 zdania opisu zalety]</a:t>
            </a:r>
          </a:p>
        </p:txBody>
      </p:sp>
      <p:pic>
        <p:nvPicPr>
          <p:cNvPr id="7" name="Ikona / grafika - prawy klik: Zmień obraz" descr="smile-plu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20480" y="2808400"/>
            <a:ext cx="468000" cy="468000"/>
          </a:xfrm>
          <a:prstGeom prst="rect">
            <a:avLst/>
          </a:prstGeom>
        </p:spPr>
      </p:pic>
      <p:sp>
        <p:nvSpPr>
          <p:cNvPr id="8" name="Tekst: [Zaleta 2]"/>
          <p:cNvSpPr txBox="1"/>
          <p:nvPr/>
        </p:nvSpPr>
        <p:spPr>
          <a:xfrm>
            <a:off x="7740480" y="2790400"/>
            <a:ext cx="3587520" cy="32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900" b="1" i="0">
                <a:solidFill>
                  <a:schemeClr val="tx1"/>
                </a:solidFill>
                <a:latin typeface="+mn-lt"/>
              </a:rPr>
              <a:t>[Zaleta 2]</a:t>
            </a:r>
          </a:p>
        </p:txBody>
      </p:sp>
      <p:sp>
        <p:nvSpPr>
          <p:cNvPr id="9" name="Tekst: [1-2 zdania opisu zalety]"/>
          <p:cNvSpPr txBox="1"/>
          <p:nvPr/>
        </p:nvSpPr>
        <p:spPr>
          <a:xfrm>
            <a:off x="7740480" y="3132400"/>
            <a:ext cx="3587520" cy="68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0"/>
              </a:lnSpc>
            </a:pPr>
            <a:r>
              <a:rPr sz="15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[1-2 zdania opisu zalety]</a:t>
            </a:r>
          </a:p>
        </p:txBody>
      </p:sp>
      <p:pic>
        <p:nvPicPr>
          <p:cNvPr id="10" name="Ikona / grafika - prawy klik: Zmień obraz" descr="thumbs-u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20480" y="3888400"/>
            <a:ext cx="468000" cy="468000"/>
          </a:xfrm>
          <a:prstGeom prst="rect">
            <a:avLst/>
          </a:prstGeom>
        </p:spPr>
      </p:pic>
      <p:sp>
        <p:nvSpPr>
          <p:cNvPr id="11" name="Tekst: [Zaleta 3]"/>
          <p:cNvSpPr txBox="1"/>
          <p:nvPr/>
        </p:nvSpPr>
        <p:spPr>
          <a:xfrm>
            <a:off x="7740480" y="3870400"/>
            <a:ext cx="3587520" cy="32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900" b="1" i="0">
                <a:solidFill>
                  <a:schemeClr val="tx1"/>
                </a:solidFill>
                <a:latin typeface="+mn-lt"/>
              </a:rPr>
              <a:t>[Zaleta 3]</a:t>
            </a:r>
          </a:p>
        </p:txBody>
      </p:sp>
      <p:sp>
        <p:nvSpPr>
          <p:cNvPr id="12" name="Tekst: [1-2 zdania opisu zalety]"/>
          <p:cNvSpPr txBox="1"/>
          <p:nvPr/>
        </p:nvSpPr>
        <p:spPr>
          <a:xfrm>
            <a:off x="7740480" y="4212400"/>
            <a:ext cx="3587520" cy="68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0"/>
              </a:lnSpc>
            </a:pPr>
            <a:r>
              <a:rPr sz="15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[1-2 zdania opisu zalety]</a:t>
            </a:r>
          </a:p>
        </p:txBody>
      </p:sp>
      <p:pic>
        <p:nvPicPr>
          <p:cNvPr id="13" name="Ikona / grafika - prawy klik: Zmień obraz" descr="heart-puls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20480" y="4968400"/>
            <a:ext cx="468000" cy="468000"/>
          </a:xfrm>
          <a:prstGeom prst="rect">
            <a:avLst/>
          </a:prstGeom>
        </p:spPr>
      </p:pic>
      <p:sp>
        <p:nvSpPr>
          <p:cNvPr id="14" name="Tekst: [Zaleta 4]"/>
          <p:cNvSpPr txBox="1"/>
          <p:nvPr/>
        </p:nvSpPr>
        <p:spPr>
          <a:xfrm>
            <a:off x="7740480" y="4950400"/>
            <a:ext cx="3587520" cy="32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900" b="1" i="0">
                <a:solidFill>
                  <a:schemeClr val="tx1"/>
                </a:solidFill>
                <a:latin typeface="+mn-lt"/>
              </a:rPr>
              <a:t>[Zaleta 4]</a:t>
            </a:r>
          </a:p>
        </p:txBody>
      </p:sp>
      <p:sp>
        <p:nvSpPr>
          <p:cNvPr id="15" name="Tekst: [1-2 zdania opisu zalety]"/>
          <p:cNvSpPr txBox="1"/>
          <p:nvPr/>
        </p:nvSpPr>
        <p:spPr>
          <a:xfrm>
            <a:off x="7740480" y="5292400"/>
            <a:ext cx="3587520" cy="68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0"/>
              </a:lnSpc>
            </a:pPr>
            <a:r>
              <a:rPr sz="15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[1-2 zdania opisu zalety]</a:t>
            </a:r>
          </a:p>
        </p:txBody>
      </p:sp>
      <p:sp>
        <p:nvSpPr>
          <p:cNvPr id="16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kst: SLAJD 25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25 - do czego służy</a:t>
            </a:r>
          </a:p>
        </p:txBody>
      </p:sp>
      <p:sp>
        <p:nvSpPr>
          <p:cNvPr id="18" name="OPIS - tresc"/>
          <p:cNvSpPr/>
          <p:nvPr/>
        </p:nvSpPr>
        <p:spPr>
          <a:xfrm>
            <a:off x="12408000" y="522000"/>
            <a:ext cx="3060000" cy="12532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kst: Lista zalet z ikonami + ZDJĘCIE w zaokrą"/>
          <p:cNvSpPr txBox="1"/>
          <p:nvPr/>
        </p:nvSpPr>
        <p:spPr>
          <a:xfrm>
            <a:off x="12552000" y="666000"/>
            <a:ext cx="2772000" cy="125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Lista zalet z ikonami + ZDJĘCIE w zaokrąglonej karcie (jak 'Lecimy w kulki!' w sklepie). 3-4 pozycje; ikony z assets/icons (Lucide).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Zdjęcie - prawy klik: Zmień obraz (rogi i rozmiar zostają)" descr="ph_1777_ZDJC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Karta / tło (kolor z motywu)"/>
          <p:cNvSpPr/>
          <p:nvPr/>
        </p:nvSpPr>
        <p:spPr>
          <a:xfrm>
            <a:off x="864000" y="4804000"/>
            <a:ext cx="4320000" cy="1190000"/>
          </a:xfrm>
          <a:prstGeom prst="roundRect">
            <a:avLst>
              <a:gd name="adj" fmla="val 13613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kst: [Podpis zdjęcia]"/>
          <p:cNvSpPr txBox="1"/>
          <p:nvPr/>
        </p:nvSpPr>
        <p:spPr>
          <a:xfrm>
            <a:off x="1152000" y="5020000"/>
            <a:ext cx="3744000" cy="432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2400" b="0" i="0">
                <a:solidFill>
                  <a:schemeClr val="tx1"/>
                </a:solidFill>
                <a:latin typeface="+mj-lt"/>
              </a:rPr>
              <a:t>[Podpis zdjęcia]</a:t>
            </a:r>
          </a:p>
        </p:txBody>
      </p:sp>
      <p:sp>
        <p:nvSpPr>
          <p:cNvPr id="5" name="Tekst: [Jedno zdanie: gdzie, kiedy, co widać]"/>
          <p:cNvSpPr txBox="1"/>
          <p:nvPr/>
        </p:nvSpPr>
        <p:spPr>
          <a:xfrm>
            <a:off x="1152000" y="5452000"/>
            <a:ext cx="37440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00"/>
              </a:lnSpc>
            </a:pPr>
            <a:r>
              <a:rPr sz="14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[Jedno zdanie: gdzie, kiedy, co widać]</a:t>
            </a:r>
          </a:p>
        </p:txBody>
      </p:sp>
      <p:sp>
        <p:nvSpPr>
          <p:cNvPr id="6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kst: SLAJD 26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26 - do czego służy</a:t>
            </a:r>
          </a:p>
        </p:txBody>
      </p:sp>
      <p:sp>
        <p:nvSpPr>
          <p:cNvPr id="8" name="OPIS - tresc"/>
          <p:cNvSpPr/>
          <p:nvPr/>
        </p:nvSpPr>
        <p:spPr>
          <a:xfrm>
            <a:off x="12408000" y="522000"/>
            <a:ext cx="3060000" cy="10119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kst: Tylko grafika: zdjęcie na cały slajd + k"/>
          <p:cNvSpPr txBox="1"/>
          <p:nvPr/>
        </p:nvSpPr>
        <p:spPr>
          <a:xfrm>
            <a:off x="12552000" y="666000"/>
            <a:ext cx="2772000" cy="10119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Tylko grafika: zdjęcie na cały slajd + karta z podpisem. Kadr z kampanii, półka w sklepie, event.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Zdjęcie - prawy klik: Zmień obraz (rogi i rozmiar zostają)" descr="ph_1777_ZDJC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kst: SLAJD 27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27 - do czego służy</a:t>
            </a:r>
          </a:p>
        </p:txBody>
      </p:sp>
      <p:sp>
        <p:nvSpPr>
          <p:cNvPr id="5" name="OPIS - tresc"/>
          <p:cNvSpPr/>
          <p:nvPr/>
        </p:nvSpPr>
        <p:spPr>
          <a:xfrm>
            <a:off x="12408000" y="522000"/>
            <a:ext cx="3060000" cy="7706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kst: Tylko grafika bez podpisu. Na zdjęcie, k"/>
          <p:cNvSpPr txBox="1"/>
          <p:nvPr/>
        </p:nvSpPr>
        <p:spPr>
          <a:xfrm>
            <a:off x="12552000" y="666000"/>
            <a:ext cx="2772000" cy="770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Tylko grafika bez podpisu. Na zdjęcie, które mówi samo za siebie.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slajdu"/>
          <p:cNvSpPr txBox="1"/>
          <p:nvPr/>
        </p:nvSpPr>
        <p:spPr>
          <a:xfrm>
            <a:off x="864000" y="828000"/>
            <a:ext cx="9360000" cy="50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4000"/>
              </a:lnSpc>
            </a:pPr>
            <a:r>
              <a:rPr sz="4000" b="0" i="0">
                <a:solidFill>
                  <a:schemeClr val="tx1"/>
                </a:solidFill>
                <a:latin typeface="+mj-lt"/>
              </a:rPr>
              <a:t>[Tytuł galerii]</a:t>
            </a:r>
          </a:p>
        </p:txBody>
      </p:sp>
      <p:pic>
        <p:nvPicPr>
          <p:cNvPr id="3" name="Logo marki" descr="logo_green_bo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4000" y="540000"/>
            <a:ext cx="684000" cy="504450"/>
          </a:xfrm>
          <a:prstGeom prst="rect">
            <a:avLst/>
          </a:prstGeom>
        </p:spPr>
      </p:pic>
      <p:sp>
        <p:nvSpPr>
          <p:cNvPr id="4" name="Numer slajdu"/>
          <p:cNvSpPr txBox="1"/>
          <p:nvPr/>
        </p:nvSpPr>
        <p:spPr>
          <a:xfrm>
            <a:off x="10788000" y="6426000"/>
            <a:ext cx="540000" cy="216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/>
            <a:r>
              <a:rPr sz="105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28</a:t>
            </a:r>
          </a:p>
        </p:txBody>
      </p:sp>
      <p:pic>
        <p:nvPicPr>
          <p:cNvPr id="5" name="Zdjęcie - prawy klik: Zmień obraz (rogi i rozmiar zostają)" descr="ph_826_ZDJCIE.png"/>
          <p:cNvPicPr>
            <a:picLocks noChangeAspect="1"/>
          </p:cNvPicPr>
          <p:nvPr/>
        </p:nvPicPr>
        <p:blipFill>
          <a:blip r:embed="rId4"/>
          <a:srcRect l="11" r="11"/>
          <a:stretch>
            <a:fillRect/>
          </a:stretch>
        </p:blipFill>
        <p:spPr>
          <a:xfrm>
            <a:off x="864000" y="1908000"/>
            <a:ext cx="3272000" cy="3960000"/>
          </a:xfrm>
          <a:prstGeom prst="rect">
            <a:avLst/>
          </a:prstGeom>
        </p:spPr>
      </p:pic>
      <p:sp>
        <p:nvSpPr>
          <p:cNvPr id="6" name="Tekst: [Podpis 1]"/>
          <p:cNvSpPr txBox="1"/>
          <p:nvPr/>
        </p:nvSpPr>
        <p:spPr>
          <a:xfrm>
            <a:off x="864000" y="5940000"/>
            <a:ext cx="3272000" cy="252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30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[Podpis 1]</a:t>
            </a:r>
          </a:p>
        </p:txBody>
      </p:sp>
      <p:pic>
        <p:nvPicPr>
          <p:cNvPr id="7" name="Zdjęcie - prawy klik: Zmień obraz (rogi i rozmiar zostają)" descr="ph_826_ZDJCIE.png"/>
          <p:cNvPicPr>
            <a:picLocks noChangeAspect="1"/>
          </p:cNvPicPr>
          <p:nvPr/>
        </p:nvPicPr>
        <p:blipFill>
          <a:blip r:embed="rId4"/>
          <a:srcRect l="11" r="11"/>
          <a:stretch>
            <a:fillRect/>
          </a:stretch>
        </p:blipFill>
        <p:spPr>
          <a:xfrm>
            <a:off x="4460000" y="1908000"/>
            <a:ext cx="3272000" cy="3960000"/>
          </a:xfrm>
          <a:prstGeom prst="rect">
            <a:avLst/>
          </a:prstGeom>
        </p:spPr>
      </p:pic>
      <p:sp>
        <p:nvSpPr>
          <p:cNvPr id="8" name="Tekst: [Podpis 2]"/>
          <p:cNvSpPr txBox="1"/>
          <p:nvPr/>
        </p:nvSpPr>
        <p:spPr>
          <a:xfrm>
            <a:off x="4460000" y="5940000"/>
            <a:ext cx="3272000" cy="252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30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[Podpis 2]</a:t>
            </a:r>
          </a:p>
        </p:txBody>
      </p:sp>
      <p:pic>
        <p:nvPicPr>
          <p:cNvPr id="9" name="Zdjęcie - prawy klik: Zmień obraz (rogi i rozmiar zostają)" descr="ph_826_ZDJCIE.png"/>
          <p:cNvPicPr>
            <a:picLocks noChangeAspect="1"/>
          </p:cNvPicPr>
          <p:nvPr/>
        </p:nvPicPr>
        <p:blipFill>
          <a:blip r:embed="rId4"/>
          <a:srcRect l="11" r="11"/>
          <a:stretch>
            <a:fillRect/>
          </a:stretch>
        </p:blipFill>
        <p:spPr>
          <a:xfrm>
            <a:off x="8056000" y="1908000"/>
            <a:ext cx="3272000" cy="3960000"/>
          </a:xfrm>
          <a:prstGeom prst="rect">
            <a:avLst/>
          </a:prstGeom>
        </p:spPr>
      </p:pic>
      <p:sp>
        <p:nvSpPr>
          <p:cNvPr id="10" name="Tekst: [Podpis 3]"/>
          <p:cNvSpPr txBox="1"/>
          <p:nvPr/>
        </p:nvSpPr>
        <p:spPr>
          <a:xfrm>
            <a:off x="8056000" y="5940000"/>
            <a:ext cx="3272000" cy="252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30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[Podpis 3]</a:t>
            </a:r>
          </a:p>
        </p:txBody>
      </p:sp>
      <p:sp>
        <p:nvSpPr>
          <p:cNvPr id="11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kst: SLAJD 28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28 - do czego służy</a:t>
            </a:r>
          </a:p>
        </p:txBody>
      </p:sp>
      <p:sp>
        <p:nvSpPr>
          <p:cNvPr id="13" name="OPIS - tresc"/>
          <p:cNvSpPr/>
          <p:nvPr/>
        </p:nvSpPr>
        <p:spPr>
          <a:xfrm>
            <a:off x="12408000" y="522000"/>
            <a:ext cx="3060000" cy="7706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kst: Galeria 3 zdjęć z podpisami (półki, POS,"/>
          <p:cNvSpPr txBox="1"/>
          <p:nvPr/>
        </p:nvSpPr>
        <p:spPr>
          <a:xfrm>
            <a:off x="12552000" y="666000"/>
            <a:ext cx="2772000" cy="770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Galeria 3 zdjęć z podpisami (półki, POS, materiały).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slajdu"/>
          <p:cNvSpPr txBox="1"/>
          <p:nvPr/>
        </p:nvSpPr>
        <p:spPr>
          <a:xfrm>
            <a:off x="864000" y="828000"/>
            <a:ext cx="9360000" cy="50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4000"/>
              </a:lnSpc>
            </a:pPr>
            <a:r>
              <a:rPr sz="4000" b="0" i="0">
                <a:solidFill>
                  <a:schemeClr val="tx1"/>
                </a:solidFill>
                <a:latin typeface="+mj-lt"/>
              </a:rPr>
              <a:t>[Tytuł galerii]</a:t>
            </a:r>
          </a:p>
        </p:txBody>
      </p:sp>
      <p:pic>
        <p:nvPicPr>
          <p:cNvPr id="3" name="Logo marki" descr="logo_green_bo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4000" y="540000"/>
            <a:ext cx="684000" cy="504450"/>
          </a:xfrm>
          <a:prstGeom prst="rect">
            <a:avLst/>
          </a:prstGeom>
        </p:spPr>
      </p:pic>
      <p:sp>
        <p:nvSpPr>
          <p:cNvPr id="4" name="Numer slajdu"/>
          <p:cNvSpPr txBox="1"/>
          <p:nvPr/>
        </p:nvSpPr>
        <p:spPr>
          <a:xfrm>
            <a:off x="10788000" y="6426000"/>
            <a:ext cx="540000" cy="216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/>
            <a:r>
              <a:rPr sz="105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29</a:t>
            </a:r>
          </a:p>
        </p:txBody>
      </p:sp>
      <p:pic>
        <p:nvPicPr>
          <p:cNvPr id="5" name="Zdjęcie - prawy klik: Zmień obraz (rogi i rozmiar zostają)" descr="ph_1997_ZDJCIE.png"/>
          <p:cNvPicPr>
            <a:picLocks noChangeAspect="1"/>
          </p:cNvPicPr>
          <p:nvPr/>
        </p:nvPicPr>
        <p:blipFill>
          <a:blip r:embed="rId4"/>
          <a:srcRect l="61" r="61"/>
          <a:stretch>
            <a:fillRect/>
          </a:stretch>
        </p:blipFill>
        <p:spPr>
          <a:xfrm>
            <a:off x="864000" y="1908000"/>
            <a:ext cx="3272000" cy="1638000"/>
          </a:xfrm>
          <a:prstGeom prst="rect">
            <a:avLst/>
          </a:prstGeom>
        </p:spPr>
      </p:pic>
      <p:sp>
        <p:nvSpPr>
          <p:cNvPr id="6" name="Tekst: [Podpis 1]"/>
          <p:cNvSpPr txBox="1"/>
          <p:nvPr/>
        </p:nvSpPr>
        <p:spPr>
          <a:xfrm>
            <a:off x="864000" y="3618000"/>
            <a:ext cx="3272000" cy="252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30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[Podpis 1]</a:t>
            </a:r>
          </a:p>
        </p:txBody>
      </p:sp>
      <p:pic>
        <p:nvPicPr>
          <p:cNvPr id="7" name="Zdjęcie - prawy klik: Zmień obraz (rogi i rozmiar zostają)" descr="ph_1997_ZDJCIE.png"/>
          <p:cNvPicPr>
            <a:picLocks noChangeAspect="1"/>
          </p:cNvPicPr>
          <p:nvPr/>
        </p:nvPicPr>
        <p:blipFill>
          <a:blip r:embed="rId4"/>
          <a:srcRect l="61" r="61"/>
          <a:stretch>
            <a:fillRect/>
          </a:stretch>
        </p:blipFill>
        <p:spPr>
          <a:xfrm>
            <a:off x="4460000" y="1908000"/>
            <a:ext cx="3272000" cy="1638000"/>
          </a:xfrm>
          <a:prstGeom prst="rect">
            <a:avLst/>
          </a:prstGeom>
        </p:spPr>
      </p:pic>
      <p:sp>
        <p:nvSpPr>
          <p:cNvPr id="8" name="Tekst: [Podpis 2]"/>
          <p:cNvSpPr txBox="1"/>
          <p:nvPr/>
        </p:nvSpPr>
        <p:spPr>
          <a:xfrm>
            <a:off x="4460000" y="3618000"/>
            <a:ext cx="3272000" cy="252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30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[Podpis 2]</a:t>
            </a:r>
          </a:p>
        </p:txBody>
      </p:sp>
      <p:pic>
        <p:nvPicPr>
          <p:cNvPr id="9" name="Zdjęcie - prawy klik: Zmień obraz (rogi i rozmiar zostają)" descr="ph_1997_ZDJCIE.png"/>
          <p:cNvPicPr>
            <a:picLocks noChangeAspect="1"/>
          </p:cNvPicPr>
          <p:nvPr/>
        </p:nvPicPr>
        <p:blipFill>
          <a:blip r:embed="rId4"/>
          <a:srcRect l="61" r="61"/>
          <a:stretch>
            <a:fillRect/>
          </a:stretch>
        </p:blipFill>
        <p:spPr>
          <a:xfrm>
            <a:off x="8056000" y="1908000"/>
            <a:ext cx="3272000" cy="1638000"/>
          </a:xfrm>
          <a:prstGeom prst="rect">
            <a:avLst/>
          </a:prstGeom>
        </p:spPr>
      </p:pic>
      <p:sp>
        <p:nvSpPr>
          <p:cNvPr id="10" name="Tekst: [Podpis 3]"/>
          <p:cNvSpPr txBox="1"/>
          <p:nvPr/>
        </p:nvSpPr>
        <p:spPr>
          <a:xfrm>
            <a:off x="8056000" y="3618000"/>
            <a:ext cx="3272000" cy="252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30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[Podpis 3]</a:t>
            </a:r>
          </a:p>
        </p:txBody>
      </p:sp>
      <p:pic>
        <p:nvPicPr>
          <p:cNvPr id="11" name="Zdjęcie - prawy klik: Zmień obraz (rogi i rozmiar zostają)" descr="ph_1997_ZDJCIE.png"/>
          <p:cNvPicPr>
            <a:picLocks noChangeAspect="1"/>
          </p:cNvPicPr>
          <p:nvPr/>
        </p:nvPicPr>
        <p:blipFill>
          <a:blip r:embed="rId4"/>
          <a:srcRect l="61" r="61"/>
          <a:stretch>
            <a:fillRect/>
          </a:stretch>
        </p:blipFill>
        <p:spPr>
          <a:xfrm>
            <a:off x="864000" y="4230000"/>
            <a:ext cx="3272000" cy="1638000"/>
          </a:xfrm>
          <a:prstGeom prst="rect">
            <a:avLst/>
          </a:prstGeom>
        </p:spPr>
      </p:pic>
      <p:sp>
        <p:nvSpPr>
          <p:cNvPr id="12" name="Tekst: [Podpis 4]"/>
          <p:cNvSpPr txBox="1"/>
          <p:nvPr/>
        </p:nvSpPr>
        <p:spPr>
          <a:xfrm>
            <a:off x="864000" y="5940000"/>
            <a:ext cx="3272000" cy="252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30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[Podpis 4]</a:t>
            </a:r>
          </a:p>
        </p:txBody>
      </p:sp>
      <p:pic>
        <p:nvPicPr>
          <p:cNvPr id="13" name="Zdjęcie - prawy klik: Zmień obraz (rogi i rozmiar zostają)" descr="ph_1997_ZDJCIE.png"/>
          <p:cNvPicPr>
            <a:picLocks noChangeAspect="1"/>
          </p:cNvPicPr>
          <p:nvPr/>
        </p:nvPicPr>
        <p:blipFill>
          <a:blip r:embed="rId4"/>
          <a:srcRect l="61" r="61"/>
          <a:stretch>
            <a:fillRect/>
          </a:stretch>
        </p:blipFill>
        <p:spPr>
          <a:xfrm>
            <a:off x="4460000" y="4230000"/>
            <a:ext cx="3272000" cy="1638000"/>
          </a:xfrm>
          <a:prstGeom prst="rect">
            <a:avLst/>
          </a:prstGeom>
        </p:spPr>
      </p:pic>
      <p:sp>
        <p:nvSpPr>
          <p:cNvPr id="14" name="Tekst: [Podpis 5]"/>
          <p:cNvSpPr txBox="1"/>
          <p:nvPr/>
        </p:nvSpPr>
        <p:spPr>
          <a:xfrm>
            <a:off x="4460000" y="5940000"/>
            <a:ext cx="3272000" cy="252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30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[Podpis 5]</a:t>
            </a:r>
          </a:p>
        </p:txBody>
      </p:sp>
      <p:pic>
        <p:nvPicPr>
          <p:cNvPr id="15" name="Zdjęcie - prawy klik: Zmień obraz (rogi i rozmiar zostają)" descr="ph_1997_ZDJCIE.png"/>
          <p:cNvPicPr>
            <a:picLocks noChangeAspect="1"/>
          </p:cNvPicPr>
          <p:nvPr/>
        </p:nvPicPr>
        <p:blipFill>
          <a:blip r:embed="rId4"/>
          <a:srcRect l="61" r="61"/>
          <a:stretch>
            <a:fillRect/>
          </a:stretch>
        </p:blipFill>
        <p:spPr>
          <a:xfrm>
            <a:off x="8056000" y="4230000"/>
            <a:ext cx="3272000" cy="1638000"/>
          </a:xfrm>
          <a:prstGeom prst="rect">
            <a:avLst/>
          </a:prstGeom>
        </p:spPr>
      </p:pic>
      <p:sp>
        <p:nvSpPr>
          <p:cNvPr id="16" name="Tekst: [Podpis 6]"/>
          <p:cNvSpPr txBox="1"/>
          <p:nvPr/>
        </p:nvSpPr>
        <p:spPr>
          <a:xfrm>
            <a:off x="8056000" y="5940000"/>
            <a:ext cx="3272000" cy="252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30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[Podpis 6]</a:t>
            </a:r>
          </a:p>
        </p:txBody>
      </p:sp>
      <p:sp>
        <p:nvSpPr>
          <p:cNvPr id="17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kst: SLAJD 29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29 - do czego służy</a:t>
            </a:r>
          </a:p>
        </p:txBody>
      </p:sp>
      <p:sp>
        <p:nvSpPr>
          <p:cNvPr id="19" name="OPIS - tresc"/>
          <p:cNvSpPr/>
          <p:nvPr/>
        </p:nvSpPr>
        <p:spPr>
          <a:xfrm>
            <a:off x="12408000" y="522000"/>
            <a:ext cx="3060000" cy="10119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kst: Galeria 6 zdjęć (2 x 3): relacja z event"/>
          <p:cNvSpPr txBox="1"/>
          <p:nvPr/>
        </p:nvSpPr>
        <p:spPr>
          <a:xfrm>
            <a:off x="12552000" y="666000"/>
            <a:ext cx="2772000" cy="10119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Galeria 6 zdjęć (2 x 3): relacja z eventu, materiały od twórców, zdjęcia ekspozycji.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slajdu"/>
          <p:cNvSpPr txBox="1"/>
          <p:nvPr/>
        </p:nvSpPr>
        <p:spPr>
          <a:xfrm>
            <a:off x="864000" y="828000"/>
            <a:ext cx="9360000" cy="50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4000"/>
              </a:lnSpc>
            </a:pPr>
            <a:r>
              <a:rPr sz="4000" b="0" i="0">
                <a:solidFill>
                  <a:schemeClr val="tx1"/>
                </a:solidFill>
                <a:latin typeface="+mj-lt"/>
              </a:rPr>
              <a:t>[Co wyróżnia produkt]</a:t>
            </a:r>
          </a:p>
        </p:txBody>
      </p:sp>
      <p:pic>
        <p:nvPicPr>
          <p:cNvPr id="3" name="Logo marki" descr="logo_green_bo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4000" y="540000"/>
            <a:ext cx="684000" cy="504450"/>
          </a:xfrm>
          <a:prstGeom prst="rect">
            <a:avLst/>
          </a:prstGeom>
        </p:spPr>
      </p:pic>
      <p:sp>
        <p:nvSpPr>
          <p:cNvPr id="4" name="Numer slajdu"/>
          <p:cNvSpPr txBox="1"/>
          <p:nvPr/>
        </p:nvSpPr>
        <p:spPr>
          <a:xfrm>
            <a:off x="10788000" y="6426000"/>
            <a:ext cx="540000" cy="216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/>
            <a:r>
              <a:rPr sz="105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30</a:t>
            </a:r>
          </a:p>
        </p:txBody>
      </p:sp>
      <p:grpSp>
        <p:nvGrpSpPr>
          <p:cNvPr id="27" name="Produkt z owocami (grupa) - przesuwaj całość; kliknij 2x, by zmienić obraz"/>
          <p:cNvGrpSpPr/>
          <p:nvPr/>
        </p:nvGrpSpPr>
        <p:grpSpPr>
          <a:xfrm>
            <a:off x="3949685" y="1872000"/>
            <a:ext cx="4203889" cy="4657003"/>
            <a:chOff x="3949685" y="1872000"/>
            <a:chExt cx="4203889" cy="4657003"/>
          </a:xfrm>
        </p:grpSpPr>
        <p:pic>
          <p:nvPicPr>
            <p:cNvPr id="5" name="Owoc / element smaku - prawy klik: Zmień obraz albo Delete" descr="p_cola_cytryna_plaster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rot="1440000">
              <a:off x="7585638" y="2333737"/>
              <a:ext cx="567936" cy="412845"/>
            </a:xfrm>
            <a:prstGeom prst="rect">
              <a:avLst/>
            </a:prstGeom>
          </p:spPr>
        </p:pic>
        <p:sp>
          <p:nvSpPr>
            <p:cNvPr id="6" name="Cień pod paczką"/>
            <p:cNvSpPr/>
            <p:nvPr/>
          </p:nvSpPr>
          <p:spPr>
            <a:xfrm rot="21420000">
              <a:off x="4691894" y="5758310"/>
              <a:ext cx="2808210" cy="413841"/>
            </a:xfrm>
            <a:prstGeom prst="ellipse">
              <a:avLst/>
            </a:prstGeom>
            <a:solidFill>
              <a:srgbClr val="3B2A20"/>
            </a:solidFill>
            <a:ln>
              <a:noFill/>
            </a:ln>
            <a:effectLst>
              <a:softEdge rad="127000"/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7" name="Packshot - prawy klik: Zmień obraz (PNG bez tła)" descr="pack_cola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21420000">
              <a:off x="4617994" y="1872000"/>
              <a:ext cx="2956011" cy="4176000"/>
            </a:xfrm>
            <a:prstGeom prst="rect">
              <a:avLst/>
            </a:prstGeom>
          </p:spPr>
        </p:pic>
        <p:pic>
          <p:nvPicPr>
            <p:cNvPr id="8" name="Owoc / element smaku - prawy klik: Zmień obraz albo Delete" descr="p_kulka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rot="600000">
              <a:off x="3949685" y="5114079"/>
              <a:ext cx="745416" cy="698561"/>
            </a:xfrm>
            <a:prstGeom prst="rect">
              <a:avLst/>
            </a:prstGeom>
          </p:spPr>
        </p:pic>
        <p:pic>
          <p:nvPicPr>
            <p:cNvPr id="9" name="Owoc / element smaku - prawy klik: Zmień obraz albo Delete" descr="p_kulka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rot="2040000">
              <a:off x="5138085" y="5940426"/>
              <a:ext cx="496944" cy="465707"/>
            </a:xfrm>
            <a:prstGeom prst="rect">
              <a:avLst/>
            </a:prstGeom>
          </p:spPr>
        </p:pic>
        <p:pic>
          <p:nvPicPr>
            <p:cNvPr id="10" name="Owoc / element smaku - prawy klik: Zmień obraz albo Delete" descr="p_kulka_ugryz.pn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19920000">
              <a:off x="6698835" y="5984596"/>
              <a:ext cx="567936" cy="544407"/>
            </a:xfrm>
            <a:prstGeom prst="rect">
              <a:avLst/>
            </a:prstGeom>
          </p:spPr>
        </p:pic>
      </p:grpSp>
      <p:pic>
        <p:nvPicPr>
          <p:cNvPr id="11" name="Ikona / grafika - prawy klik: Zmień obraz" descr="dumbbell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04000" y="2016000"/>
            <a:ext cx="468000" cy="468000"/>
          </a:xfrm>
          <a:prstGeom prst="rect">
            <a:avLst/>
          </a:prstGeom>
        </p:spPr>
      </p:pic>
      <p:sp>
        <p:nvSpPr>
          <p:cNvPr id="12" name="Tekst: [Claim 1]"/>
          <p:cNvSpPr txBox="1"/>
          <p:nvPr/>
        </p:nvSpPr>
        <p:spPr>
          <a:xfrm>
            <a:off x="864000" y="2538000"/>
            <a:ext cx="2808000" cy="431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ts val="3400"/>
              </a:lnSpc>
            </a:pPr>
            <a:r>
              <a:rPr sz="3400" b="0" i="0">
                <a:solidFill>
                  <a:schemeClr val="tx1"/>
                </a:solidFill>
                <a:latin typeface="+mj-lt"/>
              </a:rPr>
              <a:t>[Claim 1]</a:t>
            </a:r>
          </a:p>
        </p:txBody>
      </p:sp>
      <p:sp>
        <p:nvSpPr>
          <p:cNvPr id="13" name="Tekst: [krótkie rozwinięcie]"/>
          <p:cNvSpPr txBox="1"/>
          <p:nvPr/>
        </p:nvSpPr>
        <p:spPr>
          <a:xfrm>
            <a:off x="864000" y="3023800"/>
            <a:ext cx="2808000" cy="576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ts val="2100"/>
              </a:lnSpc>
            </a:pPr>
            <a:r>
              <a:rPr sz="15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[krótkie rozwinięcie]</a:t>
            </a:r>
          </a:p>
        </p:txBody>
      </p:sp>
      <p:pic>
        <p:nvPicPr>
          <p:cNvPr id="14" name="Ikona / grafika - prawy klik: Zmień obraz" descr="smile-plu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204000" y="4140000"/>
            <a:ext cx="468000" cy="468000"/>
          </a:xfrm>
          <a:prstGeom prst="rect">
            <a:avLst/>
          </a:prstGeom>
        </p:spPr>
      </p:pic>
      <p:sp>
        <p:nvSpPr>
          <p:cNvPr id="15" name="Tekst: [Claim 2]"/>
          <p:cNvSpPr txBox="1"/>
          <p:nvPr/>
        </p:nvSpPr>
        <p:spPr>
          <a:xfrm>
            <a:off x="864000" y="4662000"/>
            <a:ext cx="2808000" cy="431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ts val="3400"/>
              </a:lnSpc>
            </a:pPr>
            <a:r>
              <a:rPr sz="3400" b="0" i="0">
                <a:solidFill>
                  <a:schemeClr val="tx1"/>
                </a:solidFill>
                <a:latin typeface="+mj-lt"/>
              </a:rPr>
              <a:t>[Claim 2]</a:t>
            </a:r>
          </a:p>
        </p:txBody>
      </p:sp>
      <p:sp>
        <p:nvSpPr>
          <p:cNvPr id="16" name="Tekst: [krótkie rozwinięcie]"/>
          <p:cNvSpPr txBox="1"/>
          <p:nvPr/>
        </p:nvSpPr>
        <p:spPr>
          <a:xfrm>
            <a:off x="864000" y="5147800"/>
            <a:ext cx="2808000" cy="576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ts val="2100"/>
              </a:lnSpc>
            </a:pPr>
            <a:r>
              <a:rPr sz="15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[krótkie rozwinięcie]</a:t>
            </a:r>
          </a:p>
        </p:txBody>
      </p:sp>
      <p:pic>
        <p:nvPicPr>
          <p:cNvPr id="17" name="Ikona / grafika - prawy klik: Zmień obraz" descr="citru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520000" y="2016000"/>
            <a:ext cx="468000" cy="468000"/>
          </a:xfrm>
          <a:prstGeom prst="rect">
            <a:avLst/>
          </a:prstGeom>
        </p:spPr>
      </p:pic>
      <p:sp>
        <p:nvSpPr>
          <p:cNvPr id="18" name="Tekst: [Claim 3]"/>
          <p:cNvSpPr txBox="1"/>
          <p:nvPr/>
        </p:nvSpPr>
        <p:spPr>
          <a:xfrm>
            <a:off x="8520000" y="2538000"/>
            <a:ext cx="2808000" cy="431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400"/>
              </a:lnSpc>
            </a:pPr>
            <a:r>
              <a:rPr sz="3400" b="0" i="0">
                <a:solidFill>
                  <a:schemeClr val="tx1"/>
                </a:solidFill>
                <a:latin typeface="+mj-lt"/>
              </a:rPr>
              <a:t>[Claim 3]</a:t>
            </a:r>
          </a:p>
        </p:txBody>
      </p:sp>
      <p:sp>
        <p:nvSpPr>
          <p:cNvPr id="19" name="Tekst: [krótkie rozwinięcie]"/>
          <p:cNvSpPr txBox="1"/>
          <p:nvPr/>
        </p:nvSpPr>
        <p:spPr>
          <a:xfrm>
            <a:off x="8520000" y="3023800"/>
            <a:ext cx="2808000" cy="576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0"/>
              </a:lnSpc>
            </a:pPr>
            <a:r>
              <a:rPr sz="15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[krótkie rozwinięcie]</a:t>
            </a:r>
          </a:p>
        </p:txBody>
      </p:sp>
      <p:pic>
        <p:nvPicPr>
          <p:cNvPr id="20" name="Ikona / grafika - prawy klik: Zmień obraz" descr="sparkle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520000" y="4140000"/>
            <a:ext cx="468000" cy="468000"/>
          </a:xfrm>
          <a:prstGeom prst="rect">
            <a:avLst/>
          </a:prstGeom>
        </p:spPr>
      </p:pic>
      <p:sp>
        <p:nvSpPr>
          <p:cNvPr id="21" name="Tekst: [Claim 4]"/>
          <p:cNvSpPr txBox="1"/>
          <p:nvPr/>
        </p:nvSpPr>
        <p:spPr>
          <a:xfrm>
            <a:off x="8520000" y="4662000"/>
            <a:ext cx="2808000" cy="431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400"/>
              </a:lnSpc>
            </a:pPr>
            <a:r>
              <a:rPr sz="3400" b="0" i="0">
                <a:solidFill>
                  <a:schemeClr val="tx1"/>
                </a:solidFill>
                <a:latin typeface="+mj-lt"/>
              </a:rPr>
              <a:t>[Claim 4]</a:t>
            </a:r>
          </a:p>
        </p:txBody>
      </p:sp>
      <p:sp>
        <p:nvSpPr>
          <p:cNvPr id="22" name="Tekst: [krótkie rozwinięcie]"/>
          <p:cNvSpPr txBox="1"/>
          <p:nvPr/>
        </p:nvSpPr>
        <p:spPr>
          <a:xfrm>
            <a:off x="8520000" y="5147800"/>
            <a:ext cx="2808000" cy="576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0"/>
              </a:lnSpc>
            </a:pPr>
            <a:r>
              <a:rPr sz="15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[krótkie rozwinięcie]</a:t>
            </a:r>
          </a:p>
        </p:txBody>
      </p:sp>
      <p:sp>
        <p:nvSpPr>
          <p:cNvPr id="23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kst: SLAJD 30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30 - do czego służy</a:t>
            </a:r>
          </a:p>
        </p:txBody>
      </p:sp>
      <p:sp>
        <p:nvSpPr>
          <p:cNvPr id="25" name="OPIS - tresc"/>
          <p:cNvSpPr/>
          <p:nvPr/>
        </p:nvSpPr>
        <p:spPr>
          <a:xfrm>
            <a:off x="12408000" y="522000"/>
            <a:ext cx="3060000" cy="10119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kst: Anatomia produktu: paczka w centrum, 4 c"/>
          <p:cNvSpPr txBox="1"/>
          <p:nvPr/>
        </p:nvSpPr>
        <p:spPr>
          <a:xfrm>
            <a:off x="12552000" y="666000"/>
            <a:ext cx="2772000" cy="10119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Anatomia produktu: paczka w centrum, 4 claimy wokół. Główny slajd produktowy.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djęcie - prawy klik: Zmień obraz (rogi i rozmiar zostają)"/>
          <p:cNvSpPr/>
          <p:nvPr/>
        </p:nvSpPr>
        <p:spPr>
          <a:xfrm>
            <a:off x="864000" y="576000"/>
            <a:ext cx="5364480" cy="5706000"/>
          </a:xfrm>
          <a:prstGeom prst="roundRect">
            <a:avLst>
              <a:gd name="adj" fmla="val 3019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grpSp>
        <p:nvGrpSpPr>
          <p:cNvPr id="28" name="Produkt z owocami (grupa) - przesuwaj całość; kliknij 2x, by zmienić obraz"/>
          <p:cNvGrpSpPr/>
          <p:nvPr/>
        </p:nvGrpSpPr>
        <p:grpSpPr>
          <a:xfrm>
            <a:off x="1218791" y="1467000"/>
            <a:ext cx="4573994" cy="4664478"/>
            <a:chOff x="1218791" y="1467000"/>
            <a:chExt cx="4573994" cy="4664478"/>
          </a:xfrm>
        </p:grpSpPr>
        <p:pic>
          <p:nvPicPr>
            <p:cNvPr id="3" name="Owoc / element smaku - prawy klik: Zmień obraz albo Delete" descr="p_cola_cytryna_plaster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440000">
              <a:off x="4973357" y="1888643"/>
              <a:ext cx="662400" cy="481513"/>
            </a:xfrm>
            <a:prstGeom prst="rect">
              <a:avLst/>
            </a:prstGeom>
          </p:spPr>
        </p:pic>
        <p:sp>
          <p:nvSpPr>
            <p:cNvPr id="4" name="Cień pod paczką"/>
            <p:cNvSpPr/>
            <p:nvPr/>
          </p:nvSpPr>
          <p:spPr>
            <a:xfrm rot="21360000">
              <a:off x="2154238" y="5319808"/>
              <a:ext cx="2784002" cy="410274"/>
            </a:xfrm>
            <a:prstGeom prst="ellipse">
              <a:avLst/>
            </a:prstGeom>
            <a:solidFill>
              <a:srgbClr val="3B2A20"/>
            </a:solidFill>
            <a:ln>
              <a:noFill/>
            </a:ln>
            <a:effectLst>
              <a:softEdge rad="127000"/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5" name="Packshot - prawy klik: Zmień obraz (PNG bez tła)" descr="pack_cola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rot="21360000">
              <a:off x="2080975" y="1467000"/>
              <a:ext cx="2930528" cy="4140000"/>
            </a:xfrm>
            <a:prstGeom prst="rect">
              <a:avLst/>
            </a:prstGeom>
          </p:spPr>
        </p:pic>
        <p:pic>
          <p:nvPicPr>
            <p:cNvPr id="6" name="Owoc / element smaku - prawy klik: Zmień obraz albo Delete" descr="p_kulka_ugryz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20640000">
              <a:off x="1218791" y="2331993"/>
              <a:ext cx="786600" cy="754012"/>
            </a:xfrm>
            <a:prstGeom prst="rect">
              <a:avLst/>
            </a:prstGeom>
          </p:spPr>
        </p:pic>
        <p:pic>
          <p:nvPicPr>
            <p:cNvPr id="7" name="Owoc / element smaku - prawy klik: Zmień obraz albo Delete" descr="p_kulka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rot="600000">
              <a:off x="1353222" y="4620024"/>
              <a:ext cx="869400" cy="814752"/>
            </a:xfrm>
            <a:prstGeom prst="rect">
              <a:avLst/>
            </a:prstGeom>
          </p:spPr>
        </p:pic>
        <p:pic>
          <p:nvPicPr>
            <p:cNvPr id="8" name="Owoc / element smaku - prawy klik: Zmień obraz albo Delete" descr="p_cola_cytryna_cwiartka.pn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20880000">
              <a:off x="5050770" y="3951000"/>
              <a:ext cx="742015" cy="828000"/>
            </a:xfrm>
            <a:prstGeom prst="rect">
              <a:avLst/>
            </a:prstGeom>
          </p:spPr>
        </p:pic>
        <p:pic>
          <p:nvPicPr>
            <p:cNvPr id="9" name="Owoc / element smaku - prawy klik: Zmień obraz albo Delete" descr="p_kulka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rot="2040000">
              <a:off x="2553113" y="5459616"/>
              <a:ext cx="579600" cy="543168"/>
            </a:xfrm>
            <a:prstGeom prst="rect">
              <a:avLst/>
            </a:prstGeom>
          </p:spPr>
        </p:pic>
        <p:pic>
          <p:nvPicPr>
            <p:cNvPr id="10" name="Owoc / element smaku - prawy klik: Zmień obraz albo Delete" descr="p_kulka_ugryz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19920000">
              <a:off x="4094198" y="5496521"/>
              <a:ext cx="662400" cy="634957"/>
            </a:xfrm>
            <a:prstGeom prst="rect">
              <a:avLst/>
            </a:prstGeom>
          </p:spPr>
        </p:pic>
      </p:grpSp>
      <p:sp>
        <p:nvSpPr>
          <p:cNvPr id="11" name="Tytuł slajdu"/>
          <p:cNvSpPr txBox="1"/>
          <p:nvPr/>
        </p:nvSpPr>
        <p:spPr>
          <a:xfrm>
            <a:off x="7020480" y="648000"/>
            <a:ext cx="4307520" cy="1117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4400"/>
              </a:lnSpc>
            </a:pPr>
            <a:r>
              <a:rPr sz="4400" b="0" i="0">
                <a:solidFill>
                  <a:schemeClr val="tx1"/>
                </a:solidFill>
                <a:latin typeface="+mj-lt"/>
              </a:rPr>
              <a:t>[Co wyróżnia</a:t>
            </a:r>
          </a:p>
          <a:p>
            <a:pPr algn="l">
              <a:lnSpc>
                <a:spcPts val="4400"/>
              </a:lnSpc>
            </a:pPr>
            <a:r>
              <a:rPr sz="4400" b="0" i="0">
                <a:solidFill>
                  <a:schemeClr val="tx1"/>
                </a:solidFill>
                <a:latin typeface="+mj-lt"/>
              </a:rPr>
              <a:t>produkt]</a:t>
            </a:r>
          </a:p>
        </p:txBody>
      </p:sp>
      <p:pic>
        <p:nvPicPr>
          <p:cNvPr id="12" name="Ikona / grafika - prawy klik: Zmień obraz" descr="dumbbell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20480" y="2125600"/>
            <a:ext cx="468000" cy="468000"/>
          </a:xfrm>
          <a:prstGeom prst="rect">
            <a:avLst/>
          </a:prstGeom>
        </p:spPr>
      </p:pic>
      <p:sp>
        <p:nvSpPr>
          <p:cNvPr id="13" name="Tekst: [Claim 1]"/>
          <p:cNvSpPr txBox="1"/>
          <p:nvPr/>
        </p:nvSpPr>
        <p:spPr>
          <a:xfrm>
            <a:off x="7740480" y="2107600"/>
            <a:ext cx="3587520" cy="32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900" b="1" i="0">
                <a:solidFill>
                  <a:schemeClr val="tx1"/>
                </a:solidFill>
                <a:latin typeface="+mn-lt"/>
              </a:rPr>
              <a:t>[Claim 1]</a:t>
            </a:r>
          </a:p>
        </p:txBody>
      </p:sp>
      <p:sp>
        <p:nvSpPr>
          <p:cNvPr id="14" name="Tekst: [krótkie rozwinięcie]"/>
          <p:cNvSpPr txBox="1"/>
          <p:nvPr/>
        </p:nvSpPr>
        <p:spPr>
          <a:xfrm>
            <a:off x="7740480" y="2449600"/>
            <a:ext cx="3587520" cy="68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0"/>
              </a:lnSpc>
            </a:pPr>
            <a:r>
              <a:rPr sz="15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[krótkie rozwinięcie]</a:t>
            </a:r>
          </a:p>
        </p:txBody>
      </p:sp>
      <p:pic>
        <p:nvPicPr>
          <p:cNvPr id="15" name="Ikona / grafika - prawy klik: Zmień obraz" descr="smile-plu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20480" y="3205600"/>
            <a:ext cx="468000" cy="468000"/>
          </a:xfrm>
          <a:prstGeom prst="rect">
            <a:avLst/>
          </a:prstGeom>
        </p:spPr>
      </p:pic>
      <p:sp>
        <p:nvSpPr>
          <p:cNvPr id="16" name="Tekst: [Claim 2]"/>
          <p:cNvSpPr txBox="1"/>
          <p:nvPr/>
        </p:nvSpPr>
        <p:spPr>
          <a:xfrm>
            <a:off x="7740480" y="3187600"/>
            <a:ext cx="3587520" cy="32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900" b="1" i="0">
                <a:solidFill>
                  <a:schemeClr val="tx1"/>
                </a:solidFill>
                <a:latin typeface="+mn-lt"/>
              </a:rPr>
              <a:t>[Claim 2]</a:t>
            </a:r>
          </a:p>
        </p:txBody>
      </p:sp>
      <p:sp>
        <p:nvSpPr>
          <p:cNvPr id="17" name="Tekst: [krótkie rozwinięcie]"/>
          <p:cNvSpPr txBox="1"/>
          <p:nvPr/>
        </p:nvSpPr>
        <p:spPr>
          <a:xfrm>
            <a:off x="7740480" y="3529600"/>
            <a:ext cx="3587520" cy="68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0"/>
              </a:lnSpc>
            </a:pPr>
            <a:r>
              <a:rPr sz="15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[krótkie rozwinięcie]</a:t>
            </a:r>
          </a:p>
        </p:txBody>
      </p:sp>
      <p:pic>
        <p:nvPicPr>
          <p:cNvPr id="18" name="Ikona / grafika - prawy klik: Zmień obraz" descr="citru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20480" y="4285600"/>
            <a:ext cx="468000" cy="468000"/>
          </a:xfrm>
          <a:prstGeom prst="rect">
            <a:avLst/>
          </a:prstGeom>
        </p:spPr>
      </p:pic>
      <p:sp>
        <p:nvSpPr>
          <p:cNvPr id="19" name="Tekst: [Claim 3]"/>
          <p:cNvSpPr txBox="1"/>
          <p:nvPr/>
        </p:nvSpPr>
        <p:spPr>
          <a:xfrm>
            <a:off x="7740480" y="4267600"/>
            <a:ext cx="3587520" cy="32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900" b="1" i="0">
                <a:solidFill>
                  <a:schemeClr val="tx1"/>
                </a:solidFill>
                <a:latin typeface="+mn-lt"/>
              </a:rPr>
              <a:t>[Claim 3]</a:t>
            </a:r>
          </a:p>
        </p:txBody>
      </p:sp>
      <p:sp>
        <p:nvSpPr>
          <p:cNvPr id="20" name="Tekst: [krótkie rozwinięcie]"/>
          <p:cNvSpPr txBox="1"/>
          <p:nvPr/>
        </p:nvSpPr>
        <p:spPr>
          <a:xfrm>
            <a:off x="7740480" y="4609600"/>
            <a:ext cx="3587520" cy="68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0"/>
              </a:lnSpc>
            </a:pPr>
            <a:r>
              <a:rPr sz="15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[krótkie rozwinięcie]</a:t>
            </a:r>
          </a:p>
        </p:txBody>
      </p:sp>
      <p:pic>
        <p:nvPicPr>
          <p:cNvPr id="21" name="Ikona / grafika - prawy klik: Zmień obraz" descr="sparkle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020480" y="5365600"/>
            <a:ext cx="468000" cy="468000"/>
          </a:xfrm>
          <a:prstGeom prst="rect">
            <a:avLst/>
          </a:prstGeom>
        </p:spPr>
      </p:pic>
      <p:sp>
        <p:nvSpPr>
          <p:cNvPr id="22" name="Tekst: [Claim 4]"/>
          <p:cNvSpPr txBox="1"/>
          <p:nvPr/>
        </p:nvSpPr>
        <p:spPr>
          <a:xfrm>
            <a:off x="7740480" y="5347600"/>
            <a:ext cx="3587520" cy="32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900" b="1" i="0">
                <a:solidFill>
                  <a:schemeClr val="tx1"/>
                </a:solidFill>
                <a:latin typeface="+mn-lt"/>
              </a:rPr>
              <a:t>[Claim 4]</a:t>
            </a:r>
          </a:p>
        </p:txBody>
      </p:sp>
      <p:sp>
        <p:nvSpPr>
          <p:cNvPr id="23" name="Tekst: [krótkie rozwinięcie]"/>
          <p:cNvSpPr txBox="1"/>
          <p:nvPr/>
        </p:nvSpPr>
        <p:spPr>
          <a:xfrm>
            <a:off x="7740480" y="5689600"/>
            <a:ext cx="3587520" cy="68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0"/>
              </a:lnSpc>
            </a:pPr>
            <a:r>
              <a:rPr sz="15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[krótkie rozwinięcie]</a:t>
            </a:r>
          </a:p>
        </p:txBody>
      </p:sp>
      <p:sp>
        <p:nvSpPr>
          <p:cNvPr id="24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kst: SLAJD 31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31 - do czego służy</a:t>
            </a:r>
          </a:p>
        </p:txBody>
      </p:sp>
      <p:sp>
        <p:nvSpPr>
          <p:cNvPr id="26" name="OPIS - tresc"/>
          <p:cNvSpPr/>
          <p:nvPr/>
        </p:nvSpPr>
        <p:spPr>
          <a:xfrm>
            <a:off x="12408000" y="522000"/>
            <a:ext cx="3060000" cy="14945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Tekst: Lista zalet z ikonami + PRODUKT w kremow"/>
          <p:cNvSpPr txBox="1"/>
          <p:nvPr/>
        </p:nvSpPr>
        <p:spPr>
          <a:xfrm>
            <a:off x="12552000" y="666000"/>
            <a:ext cx="2772000" cy="14945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Lista zalet z ikonami + PRODUKT w kremowej karcie (styl sklepu).</a:t>
            </a:r>
          </a:p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Najlepszy slajd 'dlaczego ten produkt' - claimy z karty wprowadzenia, każdy z ikoną.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slajdu"/>
          <p:cNvSpPr txBox="1"/>
          <p:nvPr/>
        </p:nvSpPr>
        <p:spPr>
          <a:xfrm>
            <a:off x="864000" y="828000"/>
            <a:ext cx="9360000" cy="50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4000"/>
              </a:lnSpc>
            </a:pPr>
            <a:r>
              <a:rPr sz="4000" b="0" i="0">
                <a:solidFill>
                  <a:schemeClr val="tx1"/>
                </a:solidFill>
                <a:latin typeface="+mj-lt"/>
              </a:rPr>
              <a:t>[Tytuł slajdu]</a:t>
            </a:r>
          </a:p>
        </p:txBody>
      </p:sp>
      <p:pic>
        <p:nvPicPr>
          <p:cNvPr id="3" name="Logo marki" descr="logo_green_bo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4000" y="540000"/>
            <a:ext cx="684000" cy="504450"/>
          </a:xfrm>
          <a:prstGeom prst="rect">
            <a:avLst/>
          </a:prstGeom>
        </p:spPr>
      </p:pic>
      <p:sp>
        <p:nvSpPr>
          <p:cNvPr id="4" name="Numer slajdu"/>
          <p:cNvSpPr txBox="1"/>
          <p:nvPr/>
        </p:nvSpPr>
        <p:spPr>
          <a:xfrm>
            <a:off x="10788000" y="6426000"/>
            <a:ext cx="540000" cy="216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/>
            <a:r>
              <a:rPr sz="105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32</a:t>
            </a:r>
          </a:p>
        </p:txBody>
      </p:sp>
      <p:pic>
        <p:nvPicPr>
          <p:cNvPr id="5" name="Ikona / grafika - prawy klik: Zmień obraz" descr="candy-o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4000" y="2432400"/>
            <a:ext cx="612000" cy="612000"/>
          </a:xfrm>
          <a:prstGeom prst="rect">
            <a:avLst/>
          </a:prstGeom>
        </p:spPr>
      </p:pic>
      <p:sp>
        <p:nvSpPr>
          <p:cNvPr id="6" name="Tekst: [Cecha 1]"/>
          <p:cNvSpPr txBox="1"/>
          <p:nvPr/>
        </p:nvSpPr>
        <p:spPr>
          <a:xfrm>
            <a:off x="864000" y="3224400"/>
            <a:ext cx="30560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600"/>
              </a:lnSpc>
            </a:pPr>
            <a:r>
              <a:rPr sz="2600" b="0" i="0">
                <a:solidFill>
                  <a:schemeClr val="accent1"/>
                </a:solidFill>
                <a:latin typeface="+mj-lt"/>
              </a:rPr>
              <a:t>[Cecha 1]</a:t>
            </a:r>
          </a:p>
        </p:txBody>
      </p:sp>
      <p:sp>
        <p:nvSpPr>
          <p:cNvPr id="7" name="Tekst: [wartość lub opis z karty]"/>
          <p:cNvSpPr txBox="1"/>
          <p:nvPr/>
        </p:nvSpPr>
        <p:spPr>
          <a:xfrm>
            <a:off x="864000" y="3644600"/>
            <a:ext cx="3056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00"/>
              </a:lnSpc>
            </a:pPr>
            <a:r>
              <a:rPr sz="16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[wartość lub opis z karty]</a:t>
            </a:r>
          </a:p>
        </p:txBody>
      </p:sp>
      <p:pic>
        <p:nvPicPr>
          <p:cNvPr id="8" name="Ikona / grafika - prawy klik: Zmień obraz" descr="lea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60000" y="2432400"/>
            <a:ext cx="612000" cy="612000"/>
          </a:xfrm>
          <a:prstGeom prst="rect">
            <a:avLst/>
          </a:prstGeom>
        </p:spPr>
      </p:pic>
      <p:sp>
        <p:nvSpPr>
          <p:cNvPr id="9" name="Tekst: [Cecha 2]"/>
          <p:cNvSpPr txBox="1"/>
          <p:nvPr/>
        </p:nvSpPr>
        <p:spPr>
          <a:xfrm>
            <a:off x="4460000" y="3224400"/>
            <a:ext cx="30560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600"/>
              </a:lnSpc>
            </a:pPr>
            <a:r>
              <a:rPr sz="2600" b="0" i="0">
                <a:solidFill>
                  <a:schemeClr val="accent1"/>
                </a:solidFill>
                <a:latin typeface="+mj-lt"/>
              </a:rPr>
              <a:t>[Cecha 2]</a:t>
            </a:r>
          </a:p>
        </p:txBody>
      </p:sp>
      <p:sp>
        <p:nvSpPr>
          <p:cNvPr id="10" name="Tekst: [wartość lub opis z karty]"/>
          <p:cNvSpPr txBox="1"/>
          <p:nvPr/>
        </p:nvSpPr>
        <p:spPr>
          <a:xfrm>
            <a:off x="4460000" y="3644600"/>
            <a:ext cx="3056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00"/>
              </a:lnSpc>
            </a:pPr>
            <a:r>
              <a:rPr sz="16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[wartość lub opis z karty]</a:t>
            </a:r>
          </a:p>
        </p:txBody>
      </p:sp>
      <p:pic>
        <p:nvPicPr>
          <p:cNvPr id="11" name="Ikona / grafika - prawy klik: Zmień obraz" descr="eart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56000" y="2432400"/>
            <a:ext cx="612000" cy="612000"/>
          </a:xfrm>
          <a:prstGeom prst="rect">
            <a:avLst/>
          </a:prstGeom>
        </p:spPr>
      </p:pic>
      <p:sp>
        <p:nvSpPr>
          <p:cNvPr id="12" name="Tekst: [Cecha 3]"/>
          <p:cNvSpPr txBox="1"/>
          <p:nvPr/>
        </p:nvSpPr>
        <p:spPr>
          <a:xfrm>
            <a:off x="8056000" y="3224400"/>
            <a:ext cx="30560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600"/>
              </a:lnSpc>
            </a:pPr>
            <a:r>
              <a:rPr sz="2600" b="0" i="0">
                <a:solidFill>
                  <a:schemeClr val="accent1"/>
                </a:solidFill>
                <a:latin typeface="+mj-lt"/>
              </a:rPr>
              <a:t>[Cecha 3]</a:t>
            </a:r>
          </a:p>
        </p:txBody>
      </p:sp>
      <p:sp>
        <p:nvSpPr>
          <p:cNvPr id="13" name="Tekst: [wartość lub opis z karty]"/>
          <p:cNvSpPr txBox="1"/>
          <p:nvPr/>
        </p:nvSpPr>
        <p:spPr>
          <a:xfrm>
            <a:off x="8056000" y="3644600"/>
            <a:ext cx="3056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00"/>
              </a:lnSpc>
            </a:pPr>
            <a:r>
              <a:rPr sz="16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[wartość lub opis z karty]</a:t>
            </a:r>
          </a:p>
        </p:txBody>
      </p:sp>
      <p:pic>
        <p:nvPicPr>
          <p:cNvPr id="14" name="Ikona / grafika - prawy klik: Zmień obraz" descr="whea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4000" y="4212000"/>
            <a:ext cx="612000" cy="612000"/>
          </a:xfrm>
          <a:prstGeom prst="rect">
            <a:avLst/>
          </a:prstGeom>
        </p:spPr>
      </p:pic>
      <p:sp>
        <p:nvSpPr>
          <p:cNvPr id="15" name="Tekst: [Cecha 4]"/>
          <p:cNvSpPr txBox="1"/>
          <p:nvPr/>
        </p:nvSpPr>
        <p:spPr>
          <a:xfrm>
            <a:off x="864000" y="5004000"/>
            <a:ext cx="30560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600"/>
              </a:lnSpc>
            </a:pPr>
            <a:r>
              <a:rPr sz="2600" b="0" i="0">
                <a:solidFill>
                  <a:schemeClr val="accent1"/>
                </a:solidFill>
                <a:latin typeface="+mj-lt"/>
              </a:rPr>
              <a:t>[Cecha 4]</a:t>
            </a:r>
          </a:p>
        </p:txBody>
      </p:sp>
      <p:sp>
        <p:nvSpPr>
          <p:cNvPr id="16" name="Tekst: [wartość lub opis z karty]"/>
          <p:cNvSpPr txBox="1"/>
          <p:nvPr/>
        </p:nvSpPr>
        <p:spPr>
          <a:xfrm>
            <a:off x="864000" y="5424200"/>
            <a:ext cx="3056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00"/>
              </a:lnSpc>
            </a:pPr>
            <a:r>
              <a:rPr sz="16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[wartość lub opis z karty]</a:t>
            </a:r>
          </a:p>
        </p:txBody>
      </p:sp>
      <p:pic>
        <p:nvPicPr>
          <p:cNvPr id="17" name="Ikona / grafika - prawy klik: Zmień obraz" descr="appl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60000" y="4212000"/>
            <a:ext cx="612000" cy="612000"/>
          </a:xfrm>
          <a:prstGeom prst="rect">
            <a:avLst/>
          </a:prstGeom>
        </p:spPr>
      </p:pic>
      <p:sp>
        <p:nvSpPr>
          <p:cNvPr id="18" name="Tekst: [Cecha 5]"/>
          <p:cNvSpPr txBox="1"/>
          <p:nvPr/>
        </p:nvSpPr>
        <p:spPr>
          <a:xfrm>
            <a:off x="4460000" y="5004000"/>
            <a:ext cx="30560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600"/>
              </a:lnSpc>
            </a:pPr>
            <a:r>
              <a:rPr sz="2600" b="0" i="0">
                <a:solidFill>
                  <a:schemeClr val="accent1"/>
                </a:solidFill>
                <a:latin typeface="+mj-lt"/>
              </a:rPr>
              <a:t>[Cecha 5]</a:t>
            </a:r>
          </a:p>
        </p:txBody>
      </p:sp>
      <p:sp>
        <p:nvSpPr>
          <p:cNvPr id="19" name="Tekst: [wartość lub opis z karty]"/>
          <p:cNvSpPr txBox="1"/>
          <p:nvPr/>
        </p:nvSpPr>
        <p:spPr>
          <a:xfrm>
            <a:off x="4460000" y="5424200"/>
            <a:ext cx="3056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00"/>
              </a:lnSpc>
            </a:pPr>
            <a:r>
              <a:rPr sz="16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[wartość lub opis z karty]</a:t>
            </a:r>
          </a:p>
        </p:txBody>
      </p:sp>
      <p:pic>
        <p:nvPicPr>
          <p:cNvPr id="20" name="Ikona / grafika - prawy klik: Zmień obraz" descr="hand-hear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56000" y="4212000"/>
            <a:ext cx="612000" cy="612000"/>
          </a:xfrm>
          <a:prstGeom prst="rect">
            <a:avLst/>
          </a:prstGeom>
        </p:spPr>
      </p:pic>
      <p:sp>
        <p:nvSpPr>
          <p:cNvPr id="21" name="Tekst: [Cecha 6]"/>
          <p:cNvSpPr txBox="1"/>
          <p:nvPr/>
        </p:nvSpPr>
        <p:spPr>
          <a:xfrm>
            <a:off x="8056000" y="5004000"/>
            <a:ext cx="30560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600"/>
              </a:lnSpc>
            </a:pPr>
            <a:r>
              <a:rPr sz="2600" b="0" i="0">
                <a:solidFill>
                  <a:schemeClr val="accent1"/>
                </a:solidFill>
                <a:latin typeface="+mj-lt"/>
              </a:rPr>
              <a:t>[Cecha 6]</a:t>
            </a:r>
          </a:p>
        </p:txBody>
      </p:sp>
      <p:sp>
        <p:nvSpPr>
          <p:cNvPr id="22" name="Tekst: [wartość lub opis z karty]"/>
          <p:cNvSpPr txBox="1"/>
          <p:nvPr/>
        </p:nvSpPr>
        <p:spPr>
          <a:xfrm>
            <a:off x="8056000" y="5424200"/>
            <a:ext cx="3056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00"/>
              </a:lnSpc>
            </a:pPr>
            <a:r>
              <a:rPr sz="16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[wartość lub opis z karty]</a:t>
            </a:r>
          </a:p>
        </p:txBody>
      </p:sp>
      <p:sp>
        <p:nvSpPr>
          <p:cNvPr id="23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kst: SLAJD 32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32 - do czego służy</a:t>
            </a:r>
          </a:p>
        </p:txBody>
      </p:sp>
      <p:sp>
        <p:nvSpPr>
          <p:cNvPr id="25" name="OPIS - tresc"/>
          <p:cNvSpPr/>
          <p:nvPr/>
        </p:nvSpPr>
        <p:spPr>
          <a:xfrm>
            <a:off x="12408000" y="522000"/>
            <a:ext cx="3060000" cy="14945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kst: Siatka ikon (jak 'Skład produktu' w skle"/>
          <p:cNvSpPr txBox="1"/>
          <p:nvPr/>
        </p:nvSpPr>
        <p:spPr>
          <a:xfrm>
            <a:off x="12552000" y="666000"/>
            <a:ext cx="2772000" cy="14945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Siatka ikon (jak 'Skład produktu' w sklepie): 3-6 cech z ikoną, zielonym nagłówkiem i opisem. Skład, oświadczenia żywieniowe, wartości marki.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djęcie - prawy klik: Zmień obraz (rogi i rozmiar zostają)"/>
          <p:cNvSpPr/>
          <p:nvPr/>
        </p:nvSpPr>
        <p:spPr>
          <a:xfrm>
            <a:off x="5760000" y="432000"/>
            <a:ext cx="5568000" cy="5994000"/>
          </a:xfrm>
          <a:prstGeom prst="roundRect">
            <a:avLst>
              <a:gd name="adj" fmla="val 2909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grpSp>
        <p:nvGrpSpPr>
          <p:cNvPr id="30" name="Produkt z owocami (grupa) - przesuwaj całość; kliknij 2x, by zmienić obraz"/>
          <p:cNvGrpSpPr/>
          <p:nvPr/>
        </p:nvGrpSpPr>
        <p:grpSpPr>
          <a:xfrm>
            <a:off x="6034402" y="1332000"/>
            <a:ext cx="4931960" cy="5029524"/>
            <a:chOff x="6034402" y="1332000"/>
            <a:chExt cx="4931960" cy="5029524"/>
          </a:xfrm>
        </p:grpSpPr>
        <p:pic>
          <p:nvPicPr>
            <p:cNvPr id="3" name="Owoc / element smaku - prawy klik: Zmień obraz albo Delete" descr="p_cola_cytryna_plaster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440000">
              <a:off x="10082804" y="1786641"/>
              <a:ext cx="714240" cy="519197"/>
            </a:xfrm>
            <a:prstGeom prst="rect">
              <a:avLst/>
            </a:prstGeom>
          </p:spPr>
        </p:pic>
        <p:sp>
          <p:nvSpPr>
            <p:cNvPr id="4" name="Cień pod paczką"/>
            <p:cNvSpPr/>
            <p:nvPr/>
          </p:nvSpPr>
          <p:spPr>
            <a:xfrm rot="240000">
              <a:off x="7043059" y="5486332"/>
              <a:ext cx="3001880" cy="442382"/>
            </a:xfrm>
            <a:prstGeom prst="ellipse">
              <a:avLst/>
            </a:prstGeom>
            <a:solidFill>
              <a:srgbClr val="3B2A20"/>
            </a:solidFill>
            <a:ln>
              <a:noFill/>
            </a:ln>
            <a:effectLst>
              <a:softEdge rad="127000"/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5" name="Packshot - prawy klik: Zmień obraz (PNG bez tła)" descr="pack_cola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rot="240000">
              <a:off x="6964062" y="1332000"/>
              <a:ext cx="3159874" cy="4464000"/>
            </a:xfrm>
            <a:prstGeom prst="rect">
              <a:avLst/>
            </a:prstGeom>
          </p:spPr>
        </p:pic>
        <p:pic>
          <p:nvPicPr>
            <p:cNvPr id="6" name="Owoc / element smaku - prawy klik: Zmień obraz albo Delete" descr="p_kulka_ugryz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20640000">
              <a:off x="6034402" y="2264689"/>
              <a:ext cx="848160" cy="813021"/>
            </a:xfrm>
            <a:prstGeom prst="rect">
              <a:avLst/>
            </a:prstGeom>
          </p:spPr>
        </p:pic>
        <p:pic>
          <p:nvPicPr>
            <p:cNvPr id="7" name="Owoc / element smaku - prawy klik: Zmień obraz albo Delete" descr="p_kulka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rot="600000">
              <a:off x="6179355" y="4731782"/>
              <a:ext cx="937440" cy="878515"/>
            </a:xfrm>
            <a:prstGeom prst="rect">
              <a:avLst/>
            </a:prstGeom>
          </p:spPr>
        </p:pic>
        <p:pic>
          <p:nvPicPr>
            <p:cNvPr id="8" name="Owoc / element smaku - prawy klik: Zmień obraz albo Delete" descr="p_cola_cytryna_cwiartka.pn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20880000">
              <a:off x="10166276" y="4010400"/>
              <a:ext cx="800086" cy="892800"/>
            </a:xfrm>
            <a:prstGeom prst="rect">
              <a:avLst/>
            </a:prstGeom>
          </p:spPr>
        </p:pic>
        <p:pic>
          <p:nvPicPr>
            <p:cNvPr id="9" name="Owoc / element smaku - prawy klik: Zmień obraz albo Delete" descr="p_kulka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rot="2040000">
              <a:off x="7473150" y="5637081"/>
              <a:ext cx="624960" cy="585676"/>
            </a:xfrm>
            <a:prstGeom prst="rect">
              <a:avLst/>
            </a:prstGeom>
          </p:spPr>
        </p:pic>
        <p:pic>
          <p:nvPicPr>
            <p:cNvPr id="10" name="Owoc / element smaku - prawy klik: Zmień obraz albo Delete" descr="p_kulka_ugryz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19920000">
              <a:off x="9134842" y="5676874"/>
              <a:ext cx="714240" cy="684650"/>
            </a:xfrm>
            <a:prstGeom prst="rect">
              <a:avLst/>
            </a:prstGeom>
          </p:spPr>
        </p:pic>
      </p:grpSp>
      <p:pic>
        <p:nvPicPr>
          <p:cNvPr id="11" name="Logo marki" descr="logo_green_box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4000" y="468000"/>
            <a:ext cx="684000" cy="504450"/>
          </a:xfrm>
          <a:prstGeom prst="rect">
            <a:avLst/>
          </a:prstGeom>
        </p:spPr>
      </p:pic>
      <p:sp>
        <p:nvSpPr>
          <p:cNvPr id="12" name="Etykieta nad tytułem (można usunąć)"/>
          <p:cNvSpPr txBox="1"/>
          <p:nvPr/>
        </p:nvSpPr>
        <p:spPr>
          <a:xfrm>
            <a:off x="864000" y="1512000"/>
            <a:ext cx="4320000" cy="252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200" b="1" i="0" spc="200">
                <a:solidFill>
                  <a:srgbClr val="A3302A"/>
                </a:solidFill>
                <a:latin typeface="+mn-lt"/>
              </a:rPr>
              <a:t>[SMAK 1/3]</a:t>
            </a:r>
          </a:p>
        </p:txBody>
      </p:sp>
      <p:sp>
        <p:nvSpPr>
          <p:cNvPr id="13" name="Tytuł slajdu"/>
          <p:cNvSpPr txBox="1"/>
          <p:nvPr/>
        </p:nvSpPr>
        <p:spPr>
          <a:xfrm>
            <a:off x="864000" y="1818000"/>
            <a:ext cx="4464000" cy="2133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8064"/>
              </a:lnSpc>
            </a:pPr>
            <a:r>
              <a:rPr sz="8400" b="0" i="0">
                <a:solidFill>
                  <a:schemeClr val="tx1"/>
                </a:solidFill>
                <a:latin typeface="+mj-lt"/>
              </a:rPr>
              <a:t>[Nazwa</a:t>
            </a:r>
          </a:p>
          <a:p>
            <a:pPr algn="l">
              <a:lnSpc>
                <a:spcPts val="8064"/>
              </a:lnSpc>
            </a:pPr>
            <a:r>
              <a:rPr sz="8400" b="0" i="0">
                <a:solidFill>
                  <a:schemeClr val="tx1"/>
                </a:solidFill>
                <a:latin typeface="+mj-lt"/>
              </a:rPr>
              <a:t>smaku]</a:t>
            </a:r>
          </a:p>
        </p:txBody>
      </p:sp>
      <p:sp>
        <p:nvSpPr>
          <p:cNvPr id="14" name="Tekst: [Nazwa prawna z karty wprowadzenia i kró"/>
          <p:cNvSpPr txBox="1"/>
          <p:nvPr/>
        </p:nvSpPr>
        <p:spPr>
          <a:xfrm>
            <a:off x="864000" y="4046256"/>
            <a:ext cx="4464000" cy="635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500"/>
              </a:lnSpc>
            </a:pPr>
            <a:r>
              <a:rPr sz="17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[Nazwa prawna z karty wprowadzenia i krótki opis smaku]</a:t>
            </a:r>
          </a:p>
        </p:txBody>
      </p:sp>
      <p:sp>
        <p:nvSpPr>
          <p:cNvPr id="15" name="Karta / tło (kolor z motywu)"/>
          <p:cNvSpPr/>
          <p:nvPr/>
        </p:nvSpPr>
        <p:spPr>
          <a:xfrm>
            <a:off x="864000" y="4969256"/>
            <a:ext cx="1416000" cy="1080000"/>
          </a:xfrm>
          <a:prstGeom prst="roundRect">
            <a:avLst>
              <a:gd name="adj" fmla="val 15000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kst: [00%]"/>
          <p:cNvSpPr txBox="1"/>
          <p:nvPr/>
        </p:nvSpPr>
        <p:spPr>
          <a:xfrm>
            <a:off x="1026000" y="5113256"/>
            <a:ext cx="1092000" cy="46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3000" b="0" i="0">
                <a:solidFill>
                  <a:srgbClr val="A3302A"/>
                </a:solidFill>
                <a:latin typeface="+mj-lt"/>
              </a:rPr>
              <a:t>[00%]</a:t>
            </a:r>
          </a:p>
        </p:txBody>
      </p:sp>
      <p:sp>
        <p:nvSpPr>
          <p:cNvPr id="17" name="Tekst: [owoców w składzie]"/>
          <p:cNvSpPr txBox="1"/>
          <p:nvPr/>
        </p:nvSpPr>
        <p:spPr>
          <a:xfrm>
            <a:off x="1026000" y="5581256"/>
            <a:ext cx="1092000" cy="432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00"/>
              </a:lnSpc>
            </a:pPr>
            <a:r>
              <a:rPr sz="12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[owoców w składzie]</a:t>
            </a:r>
          </a:p>
        </p:txBody>
      </p:sp>
      <p:sp>
        <p:nvSpPr>
          <p:cNvPr id="18" name="Karta / tło (kolor z motywu)"/>
          <p:cNvSpPr/>
          <p:nvPr/>
        </p:nvSpPr>
        <p:spPr>
          <a:xfrm>
            <a:off x="2388000" y="4969256"/>
            <a:ext cx="1416000" cy="1080000"/>
          </a:xfrm>
          <a:prstGeom prst="roundRect">
            <a:avLst>
              <a:gd name="adj" fmla="val 15000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kst: [0%]"/>
          <p:cNvSpPr txBox="1"/>
          <p:nvPr/>
        </p:nvSpPr>
        <p:spPr>
          <a:xfrm>
            <a:off x="2550000" y="5113256"/>
            <a:ext cx="1092000" cy="46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3000" b="0" i="0">
                <a:solidFill>
                  <a:srgbClr val="A3302A"/>
                </a:solidFill>
                <a:latin typeface="+mj-lt"/>
              </a:rPr>
              <a:t>[0%]</a:t>
            </a:r>
          </a:p>
        </p:txBody>
      </p:sp>
      <p:sp>
        <p:nvSpPr>
          <p:cNvPr id="20" name="Tekst: [dodatku cukru]"/>
          <p:cNvSpPr txBox="1"/>
          <p:nvPr/>
        </p:nvSpPr>
        <p:spPr>
          <a:xfrm>
            <a:off x="2550000" y="5581256"/>
            <a:ext cx="1092000" cy="432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00"/>
              </a:lnSpc>
            </a:pPr>
            <a:r>
              <a:rPr sz="12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[dodatku cukru]</a:t>
            </a:r>
          </a:p>
        </p:txBody>
      </p:sp>
      <p:sp>
        <p:nvSpPr>
          <p:cNvPr id="21" name="Karta / tło (kolor z motywu)"/>
          <p:cNvSpPr/>
          <p:nvPr/>
        </p:nvSpPr>
        <p:spPr>
          <a:xfrm>
            <a:off x="3912000" y="4969256"/>
            <a:ext cx="1416000" cy="1080000"/>
          </a:xfrm>
          <a:prstGeom prst="roundRect">
            <a:avLst>
              <a:gd name="adj" fmla="val 15000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Tekst: [00 g]"/>
          <p:cNvSpPr txBox="1"/>
          <p:nvPr/>
        </p:nvSpPr>
        <p:spPr>
          <a:xfrm>
            <a:off x="4074000" y="5113256"/>
            <a:ext cx="1092000" cy="46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3000" b="0" i="0">
                <a:solidFill>
                  <a:srgbClr val="A3302A"/>
                </a:solidFill>
                <a:latin typeface="+mj-lt"/>
              </a:rPr>
              <a:t>[00 g]</a:t>
            </a:r>
          </a:p>
        </p:txBody>
      </p:sp>
      <p:sp>
        <p:nvSpPr>
          <p:cNvPr id="23" name="Tekst: [opakowanie]"/>
          <p:cNvSpPr txBox="1"/>
          <p:nvPr/>
        </p:nvSpPr>
        <p:spPr>
          <a:xfrm>
            <a:off x="4074000" y="5581256"/>
            <a:ext cx="1092000" cy="432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00"/>
              </a:lnSpc>
            </a:pPr>
            <a:r>
              <a:rPr sz="12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[opakowanie]</a:t>
            </a:r>
          </a:p>
        </p:txBody>
      </p:sp>
      <p:sp>
        <p:nvSpPr>
          <p:cNvPr id="24" name="Tekst: EAN [EAN]"/>
          <p:cNvSpPr txBox="1"/>
          <p:nvPr/>
        </p:nvSpPr>
        <p:spPr>
          <a:xfrm>
            <a:off x="864000" y="6480000"/>
            <a:ext cx="4320000" cy="216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05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EAN [EAN]</a:t>
            </a:r>
          </a:p>
        </p:txBody>
      </p:sp>
      <p:sp>
        <p:nvSpPr>
          <p:cNvPr id="25" name="Numer slajdu"/>
          <p:cNvSpPr txBox="1"/>
          <p:nvPr/>
        </p:nvSpPr>
        <p:spPr>
          <a:xfrm>
            <a:off x="4608000" y="6480000"/>
            <a:ext cx="540000" cy="216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/>
            <a:r>
              <a:rPr sz="105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33</a:t>
            </a:r>
          </a:p>
        </p:txBody>
      </p:sp>
      <p:sp>
        <p:nvSpPr>
          <p:cNvPr id="26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Tekst: SLAJD 33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33 - do czego służy</a:t>
            </a:r>
          </a:p>
        </p:txBody>
      </p:sp>
      <p:sp>
        <p:nvSpPr>
          <p:cNvPr id="28" name="OPIS - tresc"/>
          <p:cNvSpPr/>
          <p:nvPr/>
        </p:nvSpPr>
        <p:spPr>
          <a:xfrm>
            <a:off x="12408000" y="522000"/>
            <a:ext cx="3060000" cy="12532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Tekst: Karta smaku: jeden smak na slajd - nazwa"/>
          <p:cNvSpPr txBox="1"/>
          <p:nvPr/>
        </p:nvSpPr>
        <p:spPr>
          <a:xfrm>
            <a:off x="12552000" y="666000"/>
            <a:ext cx="2772000" cy="125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Karta smaku: jeden smak na slajd - nazwa, opis z karty, 3 twarde dane, EAN. Tło w odcieniu smaku (kolor wpisany na stałe, nie z motywu).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slajdu"/>
          <p:cNvSpPr txBox="1"/>
          <p:nvPr/>
        </p:nvSpPr>
        <p:spPr>
          <a:xfrm>
            <a:off x="864000" y="828000"/>
            <a:ext cx="9360000" cy="50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4000"/>
              </a:lnSpc>
            </a:pPr>
            <a:r>
              <a:rPr sz="4000" b="0" i="0">
                <a:solidFill>
                  <a:schemeClr val="tx1"/>
                </a:solidFill>
                <a:latin typeface="+mj-lt"/>
              </a:rPr>
              <a:t>[Tytuł linii]</a:t>
            </a:r>
          </a:p>
        </p:txBody>
      </p:sp>
      <p:pic>
        <p:nvPicPr>
          <p:cNvPr id="3" name="Logo marki" descr="logo_green_bo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4000" y="540000"/>
            <a:ext cx="684000" cy="504450"/>
          </a:xfrm>
          <a:prstGeom prst="rect">
            <a:avLst/>
          </a:prstGeom>
        </p:spPr>
      </p:pic>
      <p:sp>
        <p:nvSpPr>
          <p:cNvPr id="4" name="Numer slajdu"/>
          <p:cNvSpPr txBox="1"/>
          <p:nvPr/>
        </p:nvSpPr>
        <p:spPr>
          <a:xfrm>
            <a:off x="10788000" y="6426000"/>
            <a:ext cx="540000" cy="216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/>
            <a:r>
              <a:rPr sz="105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34</a:t>
            </a:r>
          </a:p>
        </p:txBody>
      </p:sp>
      <p:sp>
        <p:nvSpPr>
          <p:cNvPr id="5" name="Karta / tło (kolor z motywu)"/>
          <p:cNvSpPr/>
          <p:nvPr/>
        </p:nvSpPr>
        <p:spPr>
          <a:xfrm>
            <a:off x="864000" y="1908000"/>
            <a:ext cx="3272000" cy="4320000"/>
          </a:xfrm>
          <a:prstGeom prst="roundRect">
            <a:avLst>
              <a:gd name="adj" fmla="val 4951"/>
            </a:avLst>
          </a:prstGeom>
          <a:solidFill>
            <a:schemeClr val="bg1"/>
          </a:solidFill>
          <a:ln w="12700">
            <a:solidFill>
              <a:schemeClr val="accent3">
                <a:lumMod val="9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grpSp>
        <p:nvGrpSpPr>
          <p:cNvPr id="39" name="Produkt z owocami (grupa) - przesuwaj całość; kliknij 2x, by zmienić obraz"/>
          <p:cNvGrpSpPr/>
          <p:nvPr/>
        </p:nvGrpSpPr>
        <p:grpSpPr>
          <a:xfrm>
            <a:off x="1309392" y="2340000"/>
            <a:ext cx="2282374" cy="2307000"/>
            <a:chOff x="1309392" y="2340000"/>
            <a:chExt cx="2282374" cy="2307000"/>
          </a:xfrm>
        </p:grpSpPr>
        <p:pic>
          <p:nvPicPr>
            <p:cNvPr id="6" name="Owoc / element smaku - prawy klik: Zmień obraz albo Delete" descr="p_kulka_ugryz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rot="1440000">
              <a:off x="3306070" y="2560189"/>
              <a:ext cx="285696" cy="273860"/>
            </a:xfrm>
            <a:prstGeom prst="rect">
              <a:avLst/>
            </a:prstGeom>
          </p:spPr>
        </p:pic>
        <p:sp>
          <p:nvSpPr>
            <p:cNvPr id="7" name="Cień pod paczką"/>
            <p:cNvSpPr/>
            <p:nvPr/>
          </p:nvSpPr>
          <p:spPr>
            <a:xfrm rot="21420000">
              <a:off x="1748772" y="4397000"/>
              <a:ext cx="1502454" cy="250000"/>
            </a:xfrm>
            <a:prstGeom prst="ellipse">
              <a:avLst/>
            </a:prstGeom>
            <a:solidFill>
              <a:srgbClr val="3B2A20"/>
            </a:solidFill>
            <a:ln>
              <a:noFill/>
            </a:ln>
            <a:effectLst>
              <a:softEdge rad="127000"/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8" name="Packshot - prawy klik: Zmień obraz (PNG bez tła)" descr="pack_arbuz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21420000">
              <a:off x="1709234" y="2340000"/>
              <a:ext cx="1581531" cy="2232000"/>
            </a:xfrm>
            <a:prstGeom prst="rect">
              <a:avLst/>
            </a:prstGeom>
          </p:spPr>
        </p:pic>
        <p:pic>
          <p:nvPicPr>
            <p:cNvPr id="9" name="Owoc / element smaku - prawy klik: Zmień obraz albo Delete" descr="p_arbuz_klin1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rot="20640000">
              <a:off x="1309392" y="2839968"/>
              <a:ext cx="293593" cy="339264"/>
            </a:xfrm>
            <a:prstGeom prst="rect">
              <a:avLst/>
            </a:prstGeom>
          </p:spPr>
        </p:pic>
        <p:pic>
          <p:nvPicPr>
            <p:cNvPr id="10" name="Owoc / element smaku - prawy klik: Zmień obraz albo Delete" descr="p_arbuz_lisc1.pn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600000">
              <a:off x="1388471" y="4072032"/>
              <a:ext cx="325219" cy="374976"/>
            </a:xfrm>
            <a:prstGeom prst="rect">
              <a:avLst/>
            </a:prstGeom>
          </p:spPr>
        </p:pic>
      </p:grpSp>
      <p:sp>
        <p:nvSpPr>
          <p:cNvPr id="11" name="Karta / tło (kolor z motywu)"/>
          <p:cNvSpPr/>
          <p:nvPr/>
        </p:nvSpPr>
        <p:spPr>
          <a:xfrm>
            <a:off x="1188000" y="5112000"/>
            <a:ext cx="2624000" cy="10800"/>
          </a:xfrm>
          <a:prstGeom prst="rect">
            <a:avLst/>
          </a:prstGeom>
          <a:solidFill>
            <a:schemeClr val="accent3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kst: [Nazwa produktu, smak 1]"/>
          <p:cNvSpPr txBox="1"/>
          <p:nvPr/>
        </p:nvSpPr>
        <p:spPr>
          <a:xfrm>
            <a:off x="1188000" y="5238000"/>
            <a:ext cx="26240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00"/>
              </a:lnSpc>
            </a:pPr>
            <a:r>
              <a:rPr sz="1500" b="1" i="0">
                <a:solidFill>
                  <a:schemeClr val="tx1"/>
                </a:solidFill>
                <a:latin typeface="+mn-lt"/>
              </a:rPr>
              <a:t>[Nazwa produktu, smak 1]</a:t>
            </a:r>
          </a:p>
        </p:txBody>
      </p:sp>
      <p:sp>
        <p:nvSpPr>
          <p:cNvPr id="13" name="Karta / tło (kolor z motywu)"/>
          <p:cNvSpPr/>
          <p:nvPr/>
        </p:nvSpPr>
        <p:spPr>
          <a:xfrm flipH="1">
            <a:off x="1188000" y="5652000"/>
            <a:ext cx="1074230" cy="396000"/>
          </a:xfrm>
          <a:prstGeom prst="homePlate">
            <a:avLst>
              <a:gd name="adj" fmla="val 28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kst: [00 G]"/>
          <p:cNvSpPr txBox="1"/>
          <p:nvPr/>
        </p:nvSpPr>
        <p:spPr>
          <a:xfrm>
            <a:off x="1278000" y="5652000"/>
            <a:ext cx="984230" cy="396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500" b="1" i="0" spc="60">
                <a:solidFill>
                  <a:schemeClr val="bg1"/>
                </a:solidFill>
                <a:latin typeface="+mn-lt"/>
              </a:rPr>
              <a:t>[00 G]</a:t>
            </a:r>
          </a:p>
        </p:txBody>
      </p:sp>
      <p:sp>
        <p:nvSpPr>
          <p:cNvPr id="15" name="Karta / tło (kolor z motywu)"/>
          <p:cNvSpPr/>
          <p:nvPr/>
        </p:nvSpPr>
        <p:spPr>
          <a:xfrm>
            <a:off x="4460000" y="1908000"/>
            <a:ext cx="3272000" cy="4320000"/>
          </a:xfrm>
          <a:prstGeom prst="roundRect">
            <a:avLst>
              <a:gd name="adj" fmla="val 4951"/>
            </a:avLst>
          </a:prstGeom>
          <a:solidFill>
            <a:schemeClr val="bg1"/>
          </a:solidFill>
          <a:ln w="12700">
            <a:solidFill>
              <a:schemeClr val="accent3">
                <a:lumMod val="9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grpSp>
        <p:nvGrpSpPr>
          <p:cNvPr id="40" name="Produkt z owocami (grupa) - przesuwaj całość; kliknij 2x, by zmienić obraz"/>
          <p:cNvGrpSpPr/>
          <p:nvPr/>
        </p:nvGrpSpPr>
        <p:grpSpPr>
          <a:xfrm>
            <a:off x="4883609" y="2340000"/>
            <a:ext cx="2303201" cy="2307000"/>
            <a:chOff x="4883609" y="2340000"/>
            <a:chExt cx="2303201" cy="2307000"/>
          </a:xfrm>
        </p:grpSpPr>
        <p:pic>
          <p:nvPicPr>
            <p:cNvPr id="16" name="Owoc / element smaku - prawy klik: Zmień obraz albo Delete" descr="p_cola_cytryna_plaster.png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1440000">
              <a:off x="6901114" y="2593280"/>
              <a:ext cx="285696" cy="207679"/>
            </a:xfrm>
            <a:prstGeom prst="rect">
              <a:avLst/>
            </a:prstGeom>
          </p:spPr>
        </p:pic>
        <p:sp>
          <p:nvSpPr>
            <p:cNvPr id="17" name="Cień pod paczką"/>
            <p:cNvSpPr/>
            <p:nvPr/>
          </p:nvSpPr>
          <p:spPr>
            <a:xfrm rot="120000">
              <a:off x="5345529" y="4397000"/>
              <a:ext cx="1500940" cy="250000"/>
            </a:xfrm>
            <a:prstGeom prst="ellipse">
              <a:avLst/>
            </a:prstGeom>
            <a:solidFill>
              <a:srgbClr val="3B2A20"/>
            </a:solidFill>
            <a:ln>
              <a:noFill/>
            </a:ln>
            <a:effectLst>
              <a:softEdge rad="127000"/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18" name="Packshot - prawy klik: Zmień obraz (PNG bez tła)" descr="pack_cola.png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 rot="120000">
              <a:off x="5306031" y="2340000"/>
              <a:ext cx="1579937" cy="2232000"/>
            </a:xfrm>
            <a:prstGeom prst="rect">
              <a:avLst/>
            </a:prstGeom>
          </p:spPr>
        </p:pic>
        <p:pic>
          <p:nvPicPr>
            <p:cNvPr id="19" name="Owoc / element smaku - prawy klik: Zmień obraz albo Delete" descr="p_kulka_ugryz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rot="20640000">
              <a:off x="4883609" y="2846995"/>
              <a:ext cx="339264" cy="325208"/>
            </a:xfrm>
            <a:prstGeom prst="rect">
              <a:avLst/>
            </a:prstGeom>
          </p:spPr>
        </p:pic>
        <p:pic>
          <p:nvPicPr>
            <p:cNvPr id="20" name="Owoc / element smaku - prawy klik: Zmień obraz albo Delete" descr="p_kulka.png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600000">
              <a:off x="4960549" y="4083816"/>
              <a:ext cx="374976" cy="351406"/>
            </a:xfrm>
            <a:prstGeom prst="rect">
              <a:avLst/>
            </a:prstGeom>
          </p:spPr>
        </p:pic>
      </p:grpSp>
      <p:sp>
        <p:nvSpPr>
          <p:cNvPr id="21" name="Karta / tło (kolor z motywu)"/>
          <p:cNvSpPr/>
          <p:nvPr/>
        </p:nvSpPr>
        <p:spPr>
          <a:xfrm>
            <a:off x="4784000" y="5112000"/>
            <a:ext cx="2624000" cy="10800"/>
          </a:xfrm>
          <a:prstGeom prst="rect">
            <a:avLst/>
          </a:prstGeom>
          <a:solidFill>
            <a:schemeClr val="accent3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Tekst: [Nazwa produktu, smak 2]"/>
          <p:cNvSpPr txBox="1"/>
          <p:nvPr/>
        </p:nvSpPr>
        <p:spPr>
          <a:xfrm>
            <a:off x="4784000" y="5238000"/>
            <a:ext cx="26240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00"/>
              </a:lnSpc>
            </a:pPr>
            <a:r>
              <a:rPr sz="1500" b="1" i="0">
                <a:solidFill>
                  <a:schemeClr val="tx1"/>
                </a:solidFill>
                <a:latin typeface="+mn-lt"/>
              </a:rPr>
              <a:t>[Nazwa produktu, smak 2]</a:t>
            </a:r>
          </a:p>
        </p:txBody>
      </p:sp>
      <p:sp>
        <p:nvSpPr>
          <p:cNvPr id="23" name="Karta / tło (kolor z motywu)"/>
          <p:cNvSpPr/>
          <p:nvPr/>
        </p:nvSpPr>
        <p:spPr>
          <a:xfrm flipH="1">
            <a:off x="4784000" y="5652000"/>
            <a:ext cx="1074230" cy="396000"/>
          </a:xfrm>
          <a:prstGeom prst="homePlate">
            <a:avLst>
              <a:gd name="adj" fmla="val 28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kst: [00 G]"/>
          <p:cNvSpPr txBox="1"/>
          <p:nvPr/>
        </p:nvSpPr>
        <p:spPr>
          <a:xfrm>
            <a:off x="4874000" y="5652000"/>
            <a:ext cx="984230" cy="396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500" b="1" i="0" spc="60">
                <a:solidFill>
                  <a:schemeClr val="bg1"/>
                </a:solidFill>
                <a:latin typeface="+mn-lt"/>
              </a:rPr>
              <a:t>[00 G]</a:t>
            </a:r>
          </a:p>
        </p:txBody>
      </p:sp>
      <p:sp>
        <p:nvSpPr>
          <p:cNvPr id="25" name="Karta / tło (kolor z motywu)"/>
          <p:cNvSpPr/>
          <p:nvPr/>
        </p:nvSpPr>
        <p:spPr>
          <a:xfrm>
            <a:off x="8056000" y="1908000"/>
            <a:ext cx="3272000" cy="4320000"/>
          </a:xfrm>
          <a:prstGeom prst="roundRect">
            <a:avLst>
              <a:gd name="adj" fmla="val 4951"/>
            </a:avLst>
          </a:prstGeom>
          <a:solidFill>
            <a:schemeClr val="bg1"/>
          </a:solidFill>
          <a:ln w="12700">
            <a:solidFill>
              <a:schemeClr val="accent3">
                <a:lumMod val="9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grpSp>
        <p:nvGrpSpPr>
          <p:cNvPr id="41" name="Produkt z owocami (grupa) - przesuwaj całość; kliknij 2x, by zmienić obraz"/>
          <p:cNvGrpSpPr/>
          <p:nvPr/>
        </p:nvGrpSpPr>
        <p:grpSpPr>
          <a:xfrm>
            <a:off x="8479609" y="2340000"/>
            <a:ext cx="2303201" cy="2307000"/>
            <a:chOff x="8479609" y="2340000"/>
            <a:chExt cx="2303201" cy="2307000"/>
          </a:xfrm>
        </p:grpSpPr>
        <p:pic>
          <p:nvPicPr>
            <p:cNvPr id="26" name="Owoc / element smaku - prawy klik: Zmień obraz albo Delete" descr="p_kulka_ugryz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rot="1440000">
              <a:off x="10497114" y="2560189"/>
              <a:ext cx="285696" cy="273860"/>
            </a:xfrm>
            <a:prstGeom prst="rect">
              <a:avLst/>
            </a:prstGeom>
          </p:spPr>
        </p:pic>
        <p:sp>
          <p:nvSpPr>
            <p:cNvPr id="27" name="Cień pod paczką"/>
            <p:cNvSpPr/>
            <p:nvPr/>
          </p:nvSpPr>
          <p:spPr>
            <a:xfrm rot="240000">
              <a:off x="8941529" y="4397000"/>
              <a:ext cx="1500940" cy="250000"/>
            </a:xfrm>
            <a:prstGeom prst="ellipse">
              <a:avLst/>
            </a:prstGeom>
            <a:solidFill>
              <a:srgbClr val="3B2A20"/>
            </a:solidFill>
            <a:ln>
              <a:noFill/>
            </a:ln>
            <a:effectLst>
              <a:softEdge rad="127000"/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28" name="Packshot - prawy klik: Zmień obraz (PNG bez tła)" descr="pack_mango.png"/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 rot="240000">
              <a:off x="8902031" y="2340000"/>
              <a:ext cx="1579937" cy="2232000"/>
            </a:xfrm>
            <a:prstGeom prst="rect">
              <a:avLst/>
            </a:prstGeom>
          </p:spPr>
        </p:pic>
        <p:pic>
          <p:nvPicPr>
            <p:cNvPr id="29" name="Owoc / element smaku - prawy klik: Zmień obraz albo Delete" descr="p_mango_kostka.png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 rot="20640000">
              <a:off x="8479609" y="2862476"/>
              <a:ext cx="339264" cy="294246"/>
            </a:xfrm>
            <a:prstGeom prst="rect">
              <a:avLst/>
            </a:prstGeom>
          </p:spPr>
        </p:pic>
        <p:pic>
          <p:nvPicPr>
            <p:cNvPr id="30" name="Owoc / element smaku - prawy klik: Zmień obraz albo Delete" descr="p_marakuja_pol1.png"/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 rot="600000">
              <a:off x="8563400" y="4072032"/>
              <a:ext cx="361274" cy="374976"/>
            </a:xfrm>
            <a:prstGeom prst="rect">
              <a:avLst/>
            </a:prstGeom>
          </p:spPr>
        </p:pic>
      </p:grpSp>
      <p:sp>
        <p:nvSpPr>
          <p:cNvPr id="31" name="Karta / tło (kolor z motywu)"/>
          <p:cNvSpPr/>
          <p:nvPr/>
        </p:nvSpPr>
        <p:spPr>
          <a:xfrm>
            <a:off x="8380000" y="5112000"/>
            <a:ext cx="2624000" cy="10800"/>
          </a:xfrm>
          <a:prstGeom prst="rect">
            <a:avLst/>
          </a:prstGeom>
          <a:solidFill>
            <a:schemeClr val="accent3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Tekst: [Nazwa produktu, smak 3]"/>
          <p:cNvSpPr txBox="1"/>
          <p:nvPr/>
        </p:nvSpPr>
        <p:spPr>
          <a:xfrm>
            <a:off x="8380000" y="5238000"/>
            <a:ext cx="26240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00"/>
              </a:lnSpc>
            </a:pPr>
            <a:r>
              <a:rPr sz="1500" b="1" i="0">
                <a:solidFill>
                  <a:schemeClr val="tx1"/>
                </a:solidFill>
                <a:latin typeface="+mn-lt"/>
              </a:rPr>
              <a:t>[Nazwa produktu, smak 3]</a:t>
            </a:r>
          </a:p>
        </p:txBody>
      </p:sp>
      <p:sp>
        <p:nvSpPr>
          <p:cNvPr id="33" name="Karta / tło (kolor z motywu)"/>
          <p:cNvSpPr/>
          <p:nvPr/>
        </p:nvSpPr>
        <p:spPr>
          <a:xfrm flipH="1">
            <a:off x="8380000" y="5652000"/>
            <a:ext cx="1074230" cy="396000"/>
          </a:xfrm>
          <a:prstGeom prst="homePlate">
            <a:avLst>
              <a:gd name="adj" fmla="val 28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Tekst: [00 G]"/>
          <p:cNvSpPr txBox="1"/>
          <p:nvPr/>
        </p:nvSpPr>
        <p:spPr>
          <a:xfrm>
            <a:off x="8470000" y="5652000"/>
            <a:ext cx="984230" cy="396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500" b="1" i="0" spc="60">
                <a:solidFill>
                  <a:schemeClr val="bg1"/>
                </a:solidFill>
                <a:latin typeface="+mn-lt"/>
              </a:rPr>
              <a:t>[00 G]</a:t>
            </a:r>
          </a:p>
        </p:txBody>
      </p:sp>
      <p:sp>
        <p:nvSpPr>
          <p:cNvPr id="35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" name="Tekst: SLAJD 34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34 - do czego służy</a:t>
            </a:r>
          </a:p>
        </p:txBody>
      </p:sp>
      <p:sp>
        <p:nvSpPr>
          <p:cNvPr id="37" name="OPIS - tresc"/>
          <p:cNvSpPr/>
          <p:nvPr/>
        </p:nvSpPr>
        <p:spPr>
          <a:xfrm>
            <a:off x="12408000" y="522000"/>
            <a:ext cx="3060000" cy="17358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8" name="Tekst: Linia produktów / portfolio: 2-4 SKU obo"/>
          <p:cNvSpPr txBox="1"/>
          <p:nvPr/>
        </p:nvSpPr>
        <p:spPr>
          <a:xfrm>
            <a:off x="12552000" y="666000"/>
            <a:ext cx="2772000" cy="1735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Linia produktów / portfolio: 2-4 SKU obok siebie - packshot, nazwa, metka z gramaturą (bez znaczków i opisów, jak w wersji z 29.09). Znaczek NOWOŚĆ / opis dodasz w specu polami badge / text.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slajdu"/>
          <p:cNvSpPr txBox="1"/>
          <p:nvPr/>
        </p:nvSpPr>
        <p:spPr>
          <a:xfrm>
            <a:off x="864000" y="828000"/>
            <a:ext cx="9360000" cy="50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4000"/>
              </a:lnSpc>
            </a:pPr>
            <a:r>
              <a:rPr sz="4000" b="0" i="0">
                <a:solidFill>
                  <a:schemeClr val="tx1"/>
                </a:solidFill>
                <a:latin typeface="+mj-lt"/>
              </a:rPr>
              <a:t>Wartości odżywcze</a:t>
            </a:r>
          </a:p>
        </p:txBody>
      </p:sp>
      <p:pic>
        <p:nvPicPr>
          <p:cNvPr id="3" name="Logo marki" descr="logo_green_bo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4000" y="540000"/>
            <a:ext cx="684000" cy="504450"/>
          </a:xfrm>
          <a:prstGeom prst="rect">
            <a:avLst/>
          </a:prstGeom>
        </p:spPr>
      </p:pic>
      <p:sp>
        <p:nvSpPr>
          <p:cNvPr id="4" name="Numer slajdu"/>
          <p:cNvSpPr txBox="1"/>
          <p:nvPr/>
        </p:nvSpPr>
        <p:spPr>
          <a:xfrm>
            <a:off x="10788000" y="6426000"/>
            <a:ext cx="540000" cy="216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/>
            <a:r>
              <a:rPr sz="105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35</a:t>
            </a:r>
          </a:p>
        </p:txBody>
      </p:sp>
      <p:grpSp>
        <p:nvGrpSpPr>
          <p:cNvPr id="47" name="Produkt z owocami (grupa) - przesuwaj całość; kliknij 2x, by zmienić obraz"/>
          <p:cNvGrpSpPr/>
          <p:nvPr/>
        </p:nvGrpSpPr>
        <p:grpSpPr>
          <a:xfrm>
            <a:off x="797744" y="1980000"/>
            <a:ext cx="4375125" cy="4077730"/>
            <a:chOff x="797744" y="1980000"/>
            <a:chExt cx="4375125" cy="4077730"/>
          </a:xfrm>
        </p:grpSpPr>
        <p:pic>
          <p:nvPicPr>
            <p:cNvPr id="5" name="Owoc / element smaku - prawy klik: Zmień obraz albo Delete" descr="p_cola_cytryna_plaster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rot="1440000">
              <a:off x="4389068" y="2383310"/>
              <a:ext cx="633600" cy="460578"/>
            </a:xfrm>
            <a:prstGeom prst="rect">
              <a:avLst/>
            </a:prstGeom>
          </p:spPr>
        </p:pic>
        <p:sp>
          <p:nvSpPr>
            <p:cNvPr id="6" name="Cień pod paczką"/>
            <p:cNvSpPr/>
            <p:nvPr/>
          </p:nvSpPr>
          <p:spPr>
            <a:xfrm rot="21360000">
              <a:off x="1692520" y="5665294"/>
              <a:ext cx="2662958" cy="392436"/>
            </a:xfrm>
            <a:prstGeom prst="ellipse">
              <a:avLst/>
            </a:prstGeom>
            <a:solidFill>
              <a:srgbClr val="3B2A20"/>
            </a:solidFill>
            <a:ln>
              <a:noFill/>
            </a:ln>
            <a:effectLst>
              <a:softEdge rad="127000"/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7" name="Packshot - prawy klik: Zmień obraz (PNG bez tła)" descr="pack_cola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21360000">
              <a:off x="1622442" y="1980000"/>
              <a:ext cx="2803114" cy="3960000"/>
            </a:xfrm>
            <a:prstGeom prst="rect">
              <a:avLst/>
            </a:prstGeom>
          </p:spPr>
        </p:pic>
        <p:pic>
          <p:nvPicPr>
            <p:cNvPr id="8" name="Owoc / element smaku - prawy klik: Zmień obraz albo Delete" descr="p_kulka_ugryz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rot="20640000">
              <a:off x="797744" y="2807385"/>
              <a:ext cx="752400" cy="721229"/>
            </a:xfrm>
            <a:prstGeom prst="rect">
              <a:avLst/>
            </a:prstGeom>
          </p:spPr>
        </p:pic>
        <p:pic>
          <p:nvPicPr>
            <p:cNvPr id="9" name="Owoc / element smaku - prawy klik: Zmień obraz albo Delete" descr="p_kulka.pn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600000">
              <a:off x="926331" y="4995936"/>
              <a:ext cx="831600" cy="779328"/>
            </a:xfrm>
            <a:prstGeom prst="rect">
              <a:avLst/>
            </a:prstGeom>
          </p:spPr>
        </p:pic>
        <p:pic>
          <p:nvPicPr>
            <p:cNvPr id="10" name="Owoc / element smaku - prawy klik: Zmień obraz albo Delete" descr="p_cola_cytryna_cwiartka.png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20880000">
              <a:off x="4463116" y="4356000"/>
              <a:ext cx="709753" cy="792000"/>
            </a:xfrm>
            <a:prstGeom prst="rect">
              <a:avLst/>
            </a:prstGeom>
          </p:spPr>
        </p:pic>
      </p:grpSp>
      <p:sp>
        <p:nvSpPr>
          <p:cNvPr id="11" name="Tekst: Wartość odżywcza"/>
          <p:cNvSpPr txBox="1"/>
          <p:nvPr/>
        </p:nvSpPr>
        <p:spPr>
          <a:xfrm>
            <a:off x="6120000" y="1908000"/>
            <a:ext cx="2712000" cy="37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300" b="1" i="0">
                <a:solidFill>
                  <a:schemeClr val="tx1"/>
                </a:solidFill>
                <a:latin typeface="+mn-lt"/>
              </a:rPr>
              <a:t>Wartość odżywcza</a:t>
            </a:r>
          </a:p>
        </p:txBody>
      </p:sp>
      <p:sp>
        <p:nvSpPr>
          <p:cNvPr id="12" name="Tekst: 100 g"/>
          <p:cNvSpPr txBox="1"/>
          <p:nvPr/>
        </p:nvSpPr>
        <p:spPr>
          <a:xfrm>
            <a:off x="8724480" y="1908000"/>
            <a:ext cx="1193280" cy="37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r"/>
            <a:r>
              <a:rPr sz="1300" b="1" i="0">
                <a:solidFill>
                  <a:schemeClr val="tx1"/>
                </a:solidFill>
                <a:latin typeface="+mn-lt"/>
              </a:rPr>
              <a:t>100 g</a:t>
            </a:r>
          </a:p>
        </p:txBody>
      </p:sp>
      <p:sp>
        <p:nvSpPr>
          <p:cNvPr id="13" name="Tekst: [porcja]"/>
          <p:cNvSpPr txBox="1"/>
          <p:nvPr/>
        </p:nvSpPr>
        <p:spPr>
          <a:xfrm>
            <a:off x="10026240" y="1908000"/>
            <a:ext cx="1085760" cy="37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r"/>
            <a:r>
              <a:rPr sz="1300" b="1" i="0">
                <a:solidFill>
                  <a:schemeClr val="tx1"/>
                </a:solidFill>
                <a:latin typeface="+mn-lt"/>
              </a:rPr>
              <a:t>[porcja]</a:t>
            </a:r>
          </a:p>
        </p:txBody>
      </p:sp>
      <p:sp>
        <p:nvSpPr>
          <p:cNvPr id="14" name="Karta / tło (kolor z motywu)"/>
          <p:cNvSpPr/>
          <p:nvPr/>
        </p:nvSpPr>
        <p:spPr>
          <a:xfrm>
            <a:off x="5904000" y="2286000"/>
            <a:ext cx="5424000" cy="378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kst: Wartość energetyczna"/>
          <p:cNvSpPr txBox="1"/>
          <p:nvPr/>
        </p:nvSpPr>
        <p:spPr>
          <a:xfrm>
            <a:off x="6120000" y="2286000"/>
            <a:ext cx="2712000" cy="37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300" b="0" i="0">
                <a:solidFill>
                  <a:schemeClr val="tx1"/>
                </a:solidFill>
                <a:latin typeface="+mn-lt"/>
              </a:rPr>
              <a:t>Wartość energetyczna</a:t>
            </a:r>
          </a:p>
        </p:txBody>
      </p:sp>
      <p:sp>
        <p:nvSpPr>
          <p:cNvPr id="16" name="Tekst: [wartość]"/>
          <p:cNvSpPr txBox="1"/>
          <p:nvPr/>
        </p:nvSpPr>
        <p:spPr>
          <a:xfrm>
            <a:off x="8724480" y="2286000"/>
            <a:ext cx="1193280" cy="37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r"/>
            <a:r>
              <a:rPr sz="1300" b="0" i="0">
                <a:solidFill>
                  <a:schemeClr val="tx1"/>
                </a:solidFill>
                <a:latin typeface="+mn-lt"/>
              </a:rPr>
              <a:t>[wartość]</a:t>
            </a:r>
          </a:p>
        </p:txBody>
      </p:sp>
      <p:sp>
        <p:nvSpPr>
          <p:cNvPr id="17" name="Tekst: [wartość]"/>
          <p:cNvSpPr txBox="1"/>
          <p:nvPr/>
        </p:nvSpPr>
        <p:spPr>
          <a:xfrm>
            <a:off x="10026240" y="2286000"/>
            <a:ext cx="1085760" cy="37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r"/>
            <a:r>
              <a:rPr sz="1300" b="0" i="0">
                <a:solidFill>
                  <a:schemeClr val="tx1"/>
                </a:solidFill>
                <a:latin typeface="+mn-lt"/>
              </a:rPr>
              <a:t>[wartość]</a:t>
            </a:r>
          </a:p>
        </p:txBody>
      </p:sp>
      <p:sp>
        <p:nvSpPr>
          <p:cNvPr id="18" name="Tekst: Tłuszcz"/>
          <p:cNvSpPr txBox="1"/>
          <p:nvPr/>
        </p:nvSpPr>
        <p:spPr>
          <a:xfrm>
            <a:off x="6120000" y="2664000"/>
            <a:ext cx="2712000" cy="37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300" b="0" i="0">
                <a:solidFill>
                  <a:schemeClr val="tx1"/>
                </a:solidFill>
                <a:latin typeface="+mn-lt"/>
              </a:rPr>
              <a:t>Tłuszcz</a:t>
            </a:r>
          </a:p>
        </p:txBody>
      </p:sp>
      <p:sp>
        <p:nvSpPr>
          <p:cNvPr id="19" name="Tekst: [wartość]"/>
          <p:cNvSpPr txBox="1"/>
          <p:nvPr/>
        </p:nvSpPr>
        <p:spPr>
          <a:xfrm>
            <a:off x="8724480" y="2664000"/>
            <a:ext cx="1193280" cy="37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r"/>
            <a:r>
              <a:rPr sz="1300" b="0" i="0">
                <a:solidFill>
                  <a:schemeClr val="tx1"/>
                </a:solidFill>
                <a:latin typeface="+mn-lt"/>
              </a:rPr>
              <a:t>[wartość]</a:t>
            </a:r>
          </a:p>
        </p:txBody>
      </p:sp>
      <p:sp>
        <p:nvSpPr>
          <p:cNvPr id="20" name="Tekst: [wartość]"/>
          <p:cNvSpPr txBox="1"/>
          <p:nvPr/>
        </p:nvSpPr>
        <p:spPr>
          <a:xfrm>
            <a:off x="10026240" y="2664000"/>
            <a:ext cx="1085760" cy="37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r"/>
            <a:r>
              <a:rPr sz="1300" b="0" i="0">
                <a:solidFill>
                  <a:schemeClr val="tx1"/>
                </a:solidFill>
                <a:latin typeface="+mn-lt"/>
              </a:rPr>
              <a:t>[wartość]</a:t>
            </a:r>
          </a:p>
        </p:txBody>
      </p:sp>
      <p:sp>
        <p:nvSpPr>
          <p:cNvPr id="21" name="Karta / tło (kolor z motywu)"/>
          <p:cNvSpPr/>
          <p:nvPr/>
        </p:nvSpPr>
        <p:spPr>
          <a:xfrm>
            <a:off x="5904000" y="3042000"/>
            <a:ext cx="5424000" cy="378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Tekst: w tym kwasy nasycone"/>
          <p:cNvSpPr txBox="1"/>
          <p:nvPr/>
        </p:nvSpPr>
        <p:spPr>
          <a:xfrm>
            <a:off x="6120000" y="3042000"/>
            <a:ext cx="2712000" cy="37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300" b="0" i="0">
                <a:solidFill>
                  <a:schemeClr val="tx1"/>
                </a:solidFill>
                <a:latin typeface="+mn-lt"/>
              </a:rPr>
              <a:t>w tym kwasy nasycone</a:t>
            </a:r>
          </a:p>
        </p:txBody>
      </p:sp>
      <p:sp>
        <p:nvSpPr>
          <p:cNvPr id="23" name="Tekst: [wartość]"/>
          <p:cNvSpPr txBox="1"/>
          <p:nvPr/>
        </p:nvSpPr>
        <p:spPr>
          <a:xfrm>
            <a:off x="8724480" y="3042000"/>
            <a:ext cx="1193280" cy="37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r"/>
            <a:r>
              <a:rPr sz="1300" b="0" i="0">
                <a:solidFill>
                  <a:schemeClr val="tx1"/>
                </a:solidFill>
                <a:latin typeface="+mn-lt"/>
              </a:rPr>
              <a:t>[wartość]</a:t>
            </a:r>
          </a:p>
        </p:txBody>
      </p:sp>
      <p:sp>
        <p:nvSpPr>
          <p:cNvPr id="24" name="Tekst: [wartość]"/>
          <p:cNvSpPr txBox="1"/>
          <p:nvPr/>
        </p:nvSpPr>
        <p:spPr>
          <a:xfrm>
            <a:off x="10026240" y="3042000"/>
            <a:ext cx="1085760" cy="37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r"/>
            <a:r>
              <a:rPr sz="1300" b="0" i="0">
                <a:solidFill>
                  <a:schemeClr val="tx1"/>
                </a:solidFill>
                <a:latin typeface="+mn-lt"/>
              </a:rPr>
              <a:t>[wartość]</a:t>
            </a:r>
          </a:p>
        </p:txBody>
      </p:sp>
      <p:sp>
        <p:nvSpPr>
          <p:cNvPr id="25" name="Tekst: Węglowodany"/>
          <p:cNvSpPr txBox="1"/>
          <p:nvPr/>
        </p:nvSpPr>
        <p:spPr>
          <a:xfrm>
            <a:off x="6120000" y="3420000"/>
            <a:ext cx="2712000" cy="37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300" b="0" i="0">
                <a:solidFill>
                  <a:schemeClr val="tx1"/>
                </a:solidFill>
                <a:latin typeface="+mn-lt"/>
              </a:rPr>
              <a:t>Węglowodany</a:t>
            </a:r>
          </a:p>
        </p:txBody>
      </p:sp>
      <p:sp>
        <p:nvSpPr>
          <p:cNvPr id="26" name="Tekst: [wartość]"/>
          <p:cNvSpPr txBox="1"/>
          <p:nvPr/>
        </p:nvSpPr>
        <p:spPr>
          <a:xfrm>
            <a:off x="8724480" y="3420000"/>
            <a:ext cx="1193280" cy="37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r"/>
            <a:r>
              <a:rPr sz="1300" b="0" i="0">
                <a:solidFill>
                  <a:schemeClr val="tx1"/>
                </a:solidFill>
                <a:latin typeface="+mn-lt"/>
              </a:rPr>
              <a:t>[wartość]</a:t>
            </a:r>
          </a:p>
        </p:txBody>
      </p:sp>
      <p:sp>
        <p:nvSpPr>
          <p:cNvPr id="27" name="Tekst: [wartość]"/>
          <p:cNvSpPr txBox="1"/>
          <p:nvPr/>
        </p:nvSpPr>
        <p:spPr>
          <a:xfrm>
            <a:off x="10026240" y="3420000"/>
            <a:ext cx="1085760" cy="37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r"/>
            <a:r>
              <a:rPr sz="1300" b="0" i="0">
                <a:solidFill>
                  <a:schemeClr val="tx1"/>
                </a:solidFill>
                <a:latin typeface="+mn-lt"/>
              </a:rPr>
              <a:t>[wartość]</a:t>
            </a:r>
          </a:p>
        </p:txBody>
      </p:sp>
      <p:sp>
        <p:nvSpPr>
          <p:cNvPr id="28" name="Karta / tło (kolor z motywu)"/>
          <p:cNvSpPr/>
          <p:nvPr/>
        </p:nvSpPr>
        <p:spPr>
          <a:xfrm>
            <a:off x="5904000" y="3798000"/>
            <a:ext cx="5424000" cy="378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Tekst: w tym cukry"/>
          <p:cNvSpPr txBox="1"/>
          <p:nvPr/>
        </p:nvSpPr>
        <p:spPr>
          <a:xfrm>
            <a:off x="6120000" y="3798000"/>
            <a:ext cx="2712000" cy="37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300" b="0" i="0">
                <a:solidFill>
                  <a:schemeClr val="tx1"/>
                </a:solidFill>
                <a:latin typeface="+mn-lt"/>
              </a:rPr>
              <a:t>w tym cukry</a:t>
            </a:r>
          </a:p>
        </p:txBody>
      </p:sp>
      <p:sp>
        <p:nvSpPr>
          <p:cNvPr id="30" name="Tekst: [wartość]"/>
          <p:cNvSpPr txBox="1"/>
          <p:nvPr/>
        </p:nvSpPr>
        <p:spPr>
          <a:xfrm>
            <a:off x="8724480" y="3798000"/>
            <a:ext cx="1193280" cy="37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r"/>
            <a:r>
              <a:rPr sz="1300" b="0" i="0">
                <a:solidFill>
                  <a:schemeClr val="tx1"/>
                </a:solidFill>
                <a:latin typeface="+mn-lt"/>
              </a:rPr>
              <a:t>[wartość]</a:t>
            </a:r>
          </a:p>
        </p:txBody>
      </p:sp>
      <p:sp>
        <p:nvSpPr>
          <p:cNvPr id="31" name="Tekst: [wartość]"/>
          <p:cNvSpPr txBox="1"/>
          <p:nvPr/>
        </p:nvSpPr>
        <p:spPr>
          <a:xfrm>
            <a:off x="10026240" y="3798000"/>
            <a:ext cx="1085760" cy="37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r"/>
            <a:r>
              <a:rPr sz="1300" b="0" i="0">
                <a:solidFill>
                  <a:schemeClr val="tx1"/>
                </a:solidFill>
                <a:latin typeface="+mn-lt"/>
              </a:rPr>
              <a:t>[wartość]</a:t>
            </a:r>
          </a:p>
        </p:txBody>
      </p:sp>
      <p:sp>
        <p:nvSpPr>
          <p:cNvPr id="32" name="Tekst: Błonnik"/>
          <p:cNvSpPr txBox="1"/>
          <p:nvPr/>
        </p:nvSpPr>
        <p:spPr>
          <a:xfrm>
            <a:off x="6120000" y="4176000"/>
            <a:ext cx="2712000" cy="37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300" b="0" i="0">
                <a:solidFill>
                  <a:schemeClr val="tx1"/>
                </a:solidFill>
                <a:latin typeface="+mn-lt"/>
              </a:rPr>
              <a:t>Błonnik</a:t>
            </a:r>
          </a:p>
        </p:txBody>
      </p:sp>
      <p:sp>
        <p:nvSpPr>
          <p:cNvPr id="33" name="Tekst: [wartość]"/>
          <p:cNvSpPr txBox="1"/>
          <p:nvPr/>
        </p:nvSpPr>
        <p:spPr>
          <a:xfrm>
            <a:off x="8724480" y="4176000"/>
            <a:ext cx="1193280" cy="37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r"/>
            <a:r>
              <a:rPr sz="1300" b="0" i="0">
                <a:solidFill>
                  <a:schemeClr val="tx1"/>
                </a:solidFill>
                <a:latin typeface="+mn-lt"/>
              </a:rPr>
              <a:t>[wartość]</a:t>
            </a:r>
          </a:p>
        </p:txBody>
      </p:sp>
      <p:sp>
        <p:nvSpPr>
          <p:cNvPr id="34" name="Tekst: [wartość]"/>
          <p:cNvSpPr txBox="1"/>
          <p:nvPr/>
        </p:nvSpPr>
        <p:spPr>
          <a:xfrm>
            <a:off x="10026240" y="4176000"/>
            <a:ext cx="1085760" cy="37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r"/>
            <a:r>
              <a:rPr sz="1300" b="0" i="0">
                <a:solidFill>
                  <a:schemeClr val="tx1"/>
                </a:solidFill>
                <a:latin typeface="+mn-lt"/>
              </a:rPr>
              <a:t>[wartość]</a:t>
            </a:r>
          </a:p>
        </p:txBody>
      </p:sp>
      <p:sp>
        <p:nvSpPr>
          <p:cNvPr id="35" name="Karta / tło (kolor z motywu)"/>
          <p:cNvSpPr/>
          <p:nvPr/>
        </p:nvSpPr>
        <p:spPr>
          <a:xfrm>
            <a:off x="5904000" y="4554000"/>
            <a:ext cx="5424000" cy="378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" name="Tekst: Białko"/>
          <p:cNvSpPr txBox="1"/>
          <p:nvPr/>
        </p:nvSpPr>
        <p:spPr>
          <a:xfrm>
            <a:off x="6120000" y="4554000"/>
            <a:ext cx="2712000" cy="37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300" b="0" i="0">
                <a:solidFill>
                  <a:schemeClr val="tx1"/>
                </a:solidFill>
                <a:latin typeface="+mn-lt"/>
              </a:rPr>
              <a:t>Białko</a:t>
            </a:r>
          </a:p>
        </p:txBody>
      </p:sp>
      <p:sp>
        <p:nvSpPr>
          <p:cNvPr id="37" name="Tekst: [wartość]"/>
          <p:cNvSpPr txBox="1"/>
          <p:nvPr/>
        </p:nvSpPr>
        <p:spPr>
          <a:xfrm>
            <a:off x="8724480" y="4554000"/>
            <a:ext cx="1193280" cy="37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r"/>
            <a:r>
              <a:rPr sz="1300" b="0" i="0">
                <a:solidFill>
                  <a:schemeClr val="tx1"/>
                </a:solidFill>
                <a:latin typeface="+mn-lt"/>
              </a:rPr>
              <a:t>[wartość]</a:t>
            </a:r>
          </a:p>
        </p:txBody>
      </p:sp>
      <p:sp>
        <p:nvSpPr>
          <p:cNvPr id="38" name="Tekst: [wartość]"/>
          <p:cNvSpPr txBox="1"/>
          <p:nvPr/>
        </p:nvSpPr>
        <p:spPr>
          <a:xfrm>
            <a:off x="10026240" y="4554000"/>
            <a:ext cx="1085760" cy="37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r"/>
            <a:r>
              <a:rPr sz="1300" b="0" i="0">
                <a:solidFill>
                  <a:schemeClr val="tx1"/>
                </a:solidFill>
                <a:latin typeface="+mn-lt"/>
              </a:rPr>
              <a:t>[wartość]</a:t>
            </a:r>
          </a:p>
        </p:txBody>
      </p:sp>
      <p:sp>
        <p:nvSpPr>
          <p:cNvPr id="39" name="Tekst: Sól"/>
          <p:cNvSpPr txBox="1"/>
          <p:nvPr/>
        </p:nvSpPr>
        <p:spPr>
          <a:xfrm>
            <a:off x="6120000" y="4932000"/>
            <a:ext cx="2712000" cy="37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300" b="0" i="0">
                <a:solidFill>
                  <a:schemeClr val="tx1"/>
                </a:solidFill>
                <a:latin typeface="+mn-lt"/>
              </a:rPr>
              <a:t>Sól</a:t>
            </a:r>
          </a:p>
        </p:txBody>
      </p:sp>
      <p:sp>
        <p:nvSpPr>
          <p:cNvPr id="40" name="Tekst: [wartość]"/>
          <p:cNvSpPr txBox="1"/>
          <p:nvPr/>
        </p:nvSpPr>
        <p:spPr>
          <a:xfrm>
            <a:off x="8724480" y="4932000"/>
            <a:ext cx="1193280" cy="37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r"/>
            <a:r>
              <a:rPr sz="1300" b="0" i="0">
                <a:solidFill>
                  <a:schemeClr val="tx1"/>
                </a:solidFill>
                <a:latin typeface="+mn-lt"/>
              </a:rPr>
              <a:t>[wartość]</a:t>
            </a:r>
          </a:p>
        </p:txBody>
      </p:sp>
      <p:sp>
        <p:nvSpPr>
          <p:cNvPr id="41" name="Tekst: [wartość]"/>
          <p:cNvSpPr txBox="1"/>
          <p:nvPr/>
        </p:nvSpPr>
        <p:spPr>
          <a:xfrm>
            <a:off x="10026240" y="4932000"/>
            <a:ext cx="1085760" cy="37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r"/>
            <a:r>
              <a:rPr sz="1300" b="0" i="0">
                <a:solidFill>
                  <a:schemeClr val="tx1"/>
                </a:solidFill>
                <a:latin typeface="+mn-lt"/>
              </a:rPr>
              <a:t>[wartość]</a:t>
            </a:r>
          </a:p>
        </p:txBody>
      </p:sp>
      <p:sp>
        <p:nvSpPr>
          <p:cNvPr id="42" name="Tekst: [Przepisz wartości z karty wprowadzenia]"/>
          <p:cNvSpPr txBox="1"/>
          <p:nvPr/>
        </p:nvSpPr>
        <p:spPr>
          <a:xfrm>
            <a:off x="5904000" y="5526000"/>
            <a:ext cx="5424000" cy="432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2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[Przepisz wartości z karty wprowadzenia]</a:t>
            </a:r>
          </a:p>
        </p:txBody>
      </p:sp>
      <p:sp>
        <p:nvSpPr>
          <p:cNvPr id="43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4" name="Tekst: SLAJD 35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35 - do czego służy</a:t>
            </a:r>
          </a:p>
        </p:txBody>
      </p:sp>
      <p:sp>
        <p:nvSpPr>
          <p:cNvPr id="45" name="OPIS - tresc"/>
          <p:cNvSpPr/>
          <p:nvPr/>
        </p:nvSpPr>
        <p:spPr>
          <a:xfrm>
            <a:off x="12408000" y="522000"/>
            <a:ext cx="3060000" cy="10119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6" name="Tekst: Wartości odżywcze: packshot + tabela 100"/>
          <p:cNvSpPr txBox="1"/>
          <p:nvPr/>
        </p:nvSpPr>
        <p:spPr>
          <a:xfrm>
            <a:off x="12552000" y="666000"/>
            <a:ext cx="2772000" cy="10119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Wartości odżywcze: packshot + tabela 100 g / opakowanie przepisana z karty wprowadzenia.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slajdu"/>
          <p:cNvSpPr txBox="1"/>
          <p:nvPr/>
        </p:nvSpPr>
        <p:spPr>
          <a:xfrm>
            <a:off x="864000" y="828000"/>
            <a:ext cx="9360000" cy="50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4000"/>
              </a:lnSpc>
            </a:pPr>
            <a:r>
              <a:rPr sz="4000" b="0" i="0">
                <a:solidFill>
                  <a:schemeClr val="tx1"/>
                </a:solidFill>
                <a:latin typeface="+mj-lt"/>
              </a:rPr>
              <a:t>[Tytuł slajdu]</a:t>
            </a:r>
          </a:p>
        </p:txBody>
      </p:sp>
      <p:pic>
        <p:nvPicPr>
          <p:cNvPr id="3" name="Logo marki" descr="logo_green_bo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4000" y="540000"/>
            <a:ext cx="684000" cy="504450"/>
          </a:xfrm>
          <a:prstGeom prst="rect">
            <a:avLst/>
          </a:prstGeom>
        </p:spPr>
      </p:pic>
      <p:sp>
        <p:nvSpPr>
          <p:cNvPr id="4" name="Numer slajdu"/>
          <p:cNvSpPr txBox="1"/>
          <p:nvPr/>
        </p:nvSpPr>
        <p:spPr>
          <a:xfrm>
            <a:off x="10788000" y="6426000"/>
            <a:ext cx="540000" cy="216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/>
            <a:r>
              <a:rPr sz="105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36</a:t>
            </a:r>
          </a:p>
        </p:txBody>
      </p:sp>
      <p:sp>
        <p:nvSpPr>
          <p:cNvPr id="5" name="Karta / tło (kolor z motywu)"/>
          <p:cNvSpPr/>
          <p:nvPr/>
        </p:nvSpPr>
        <p:spPr>
          <a:xfrm>
            <a:off x="864000" y="1908000"/>
            <a:ext cx="2373000" cy="4320000"/>
          </a:xfrm>
          <a:prstGeom prst="roundRect">
            <a:avLst>
              <a:gd name="adj" fmla="val 6826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6" name="Ikona / grafika - prawy klik: Zmień obraz" descr="p_kulka_ugryz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2049" y="2232000"/>
            <a:ext cx="1276900" cy="1224000"/>
          </a:xfrm>
          <a:prstGeom prst="rect">
            <a:avLst/>
          </a:prstGeom>
        </p:spPr>
      </p:pic>
      <p:sp>
        <p:nvSpPr>
          <p:cNvPr id="7" name="Tekst: [Zaleta 1]"/>
          <p:cNvSpPr txBox="1"/>
          <p:nvPr/>
        </p:nvSpPr>
        <p:spPr>
          <a:xfrm>
            <a:off x="1188000" y="4320000"/>
            <a:ext cx="1725000" cy="355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800"/>
              </a:lnSpc>
            </a:pPr>
            <a:r>
              <a:rPr sz="2800" b="0" i="0">
                <a:solidFill>
                  <a:schemeClr val="bg1"/>
                </a:solidFill>
                <a:latin typeface="+mj-lt"/>
              </a:rPr>
              <a:t>[Zaleta 1]</a:t>
            </a:r>
          </a:p>
        </p:txBody>
      </p:sp>
      <p:sp>
        <p:nvSpPr>
          <p:cNvPr id="8" name="Tekst: [krótki opis]"/>
          <p:cNvSpPr txBox="1"/>
          <p:nvPr/>
        </p:nvSpPr>
        <p:spPr>
          <a:xfrm>
            <a:off x="1188000" y="5076000"/>
            <a:ext cx="1725000" cy="100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00"/>
              </a:lnSpc>
            </a:pPr>
            <a:r>
              <a:rPr sz="1300" b="0" i="0">
                <a:solidFill>
                  <a:schemeClr val="bg1">
                    <a:lumMod val="88000"/>
                  </a:schemeClr>
                </a:solidFill>
                <a:latin typeface="+mn-lt"/>
              </a:rPr>
              <a:t>[krótki opis]</a:t>
            </a:r>
          </a:p>
        </p:txBody>
      </p:sp>
      <p:sp>
        <p:nvSpPr>
          <p:cNvPr id="9" name="Karta / tło (kolor z motywu)"/>
          <p:cNvSpPr/>
          <p:nvPr/>
        </p:nvSpPr>
        <p:spPr>
          <a:xfrm>
            <a:off x="3561000" y="1908000"/>
            <a:ext cx="2373000" cy="4320000"/>
          </a:xfrm>
          <a:prstGeom prst="roundRect">
            <a:avLst>
              <a:gd name="adj" fmla="val 6826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0" name="Ikona / grafika - prawy klik: Zmień obraz" descr="p_arbuz_klin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1000000">
            <a:off x="4217884" y="2232000"/>
            <a:ext cx="1059230" cy="1224000"/>
          </a:xfrm>
          <a:prstGeom prst="rect">
            <a:avLst/>
          </a:prstGeom>
        </p:spPr>
      </p:pic>
      <p:sp>
        <p:nvSpPr>
          <p:cNvPr id="11" name="Tekst: [Zaleta 2]"/>
          <p:cNvSpPr txBox="1"/>
          <p:nvPr/>
        </p:nvSpPr>
        <p:spPr>
          <a:xfrm>
            <a:off x="3885000" y="4320000"/>
            <a:ext cx="1725000" cy="355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800"/>
              </a:lnSpc>
            </a:pPr>
            <a:r>
              <a:rPr sz="2800" b="0" i="0">
                <a:solidFill>
                  <a:schemeClr val="bg1"/>
                </a:solidFill>
                <a:latin typeface="+mj-lt"/>
              </a:rPr>
              <a:t>[Zaleta 2]</a:t>
            </a:r>
          </a:p>
        </p:txBody>
      </p:sp>
      <p:sp>
        <p:nvSpPr>
          <p:cNvPr id="12" name="Tekst: [krótki opis]"/>
          <p:cNvSpPr txBox="1"/>
          <p:nvPr/>
        </p:nvSpPr>
        <p:spPr>
          <a:xfrm>
            <a:off x="3885000" y="5076000"/>
            <a:ext cx="1725000" cy="100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00"/>
              </a:lnSpc>
            </a:pPr>
            <a:r>
              <a:rPr sz="1300" b="0" i="0">
                <a:solidFill>
                  <a:schemeClr val="bg1">
                    <a:lumMod val="88000"/>
                  </a:schemeClr>
                </a:solidFill>
                <a:latin typeface="+mn-lt"/>
              </a:rPr>
              <a:t>[krótki opis]</a:t>
            </a:r>
          </a:p>
        </p:txBody>
      </p:sp>
      <p:sp>
        <p:nvSpPr>
          <p:cNvPr id="13" name="Karta / tło (kolor z motywu)"/>
          <p:cNvSpPr/>
          <p:nvPr/>
        </p:nvSpPr>
        <p:spPr>
          <a:xfrm>
            <a:off x="6258000" y="1908000"/>
            <a:ext cx="2373000" cy="4320000"/>
          </a:xfrm>
          <a:prstGeom prst="roundRect">
            <a:avLst>
              <a:gd name="adj" fmla="val 6826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4" name="Ikona / grafika - prawy klik: Zmień obraz" descr="p_mango_kostk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8868" y="2232000"/>
            <a:ext cx="1411263" cy="1224000"/>
          </a:xfrm>
          <a:prstGeom prst="rect">
            <a:avLst/>
          </a:prstGeom>
        </p:spPr>
      </p:pic>
      <p:sp>
        <p:nvSpPr>
          <p:cNvPr id="15" name="Tekst: [Zaleta 3]"/>
          <p:cNvSpPr txBox="1"/>
          <p:nvPr/>
        </p:nvSpPr>
        <p:spPr>
          <a:xfrm>
            <a:off x="6582000" y="4320000"/>
            <a:ext cx="1725000" cy="355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800"/>
              </a:lnSpc>
            </a:pPr>
            <a:r>
              <a:rPr sz="2800" b="0" i="0">
                <a:solidFill>
                  <a:schemeClr val="bg1"/>
                </a:solidFill>
                <a:latin typeface="+mj-lt"/>
              </a:rPr>
              <a:t>[Zaleta 3]</a:t>
            </a:r>
          </a:p>
        </p:txBody>
      </p:sp>
      <p:sp>
        <p:nvSpPr>
          <p:cNvPr id="16" name="Tekst: [krótki opis]"/>
          <p:cNvSpPr txBox="1"/>
          <p:nvPr/>
        </p:nvSpPr>
        <p:spPr>
          <a:xfrm>
            <a:off x="6582000" y="5076000"/>
            <a:ext cx="1725000" cy="100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00"/>
              </a:lnSpc>
            </a:pPr>
            <a:r>
              <a:rPr sz="1300" b="0" i="0">
                <a:solidFill>
                  <a:schemeClr val="bg1">
                    <a:lumMod val="88000"/>
                  </a:schemeClr>
                </a:solidFill>
                <a:latin typeface="+mn-lt"/>
              </a:rPr>
              <a:t>[krótki opis]</a:t>
            </a:r>
          </a:p>
        </p:txBody>
      </p:sp>
      <p:sp>
        <p:nvSpPr>
          <p:cNvPr id="17" name="Karta / tło (kolor z motywu)"/>
          <p:cNvSpPr/>
          <p:nvPr/>
        </p:nvSpPr>
        <p:spPr>
          <a:xfrm>
            <a:off x="8955000" y="1908000"/>
            <a:ext cx="2373000" cy="4320000"/>
          </a:xfrm>
          <a:prstGeom prst="roundRect">
            <a:avLst>
              <a:gd name="adj" fmla="val 6826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8" name="Zdjęcie - prawy klik: Zmień obraz (rogi i rozmiar zostają)" descr="p_cola_cytryna_plast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720000">
            <a:off x="9299595" y="2232000"/>
            <a:ext cx="1683809" cy="1224000"/>
          </a:xfrm>
          <a:prstGeom prst="rect">
            <a:avLst/>
          </a:prstGeom>
        </p:spPr>
      </p:pic>
      <p:sp>
        <p:nvSpPr>
          <p:cNvPr id="19" name="Tekst: [Zaleta 4]"/>
          <p:cNvSpPr txBox="1"/>
          <p:nvPr/>
        </p:nvSpPr>
        <p:spPr>
          <a:xfrm>
            <a:off x="9279000" y="4320000"/>
            <a:ext cx="1725000" cy="355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800"/>
              </a:lnSpc>
            </a:pPr>
            <a:r>
              <a:rPr sz="2800" b="0" i="0">
                <a:solidFill>
                  <a:schemeClr val="bg1"/>
                </a:solidFill>
                <a:latin typeface="+mj-lt"/>
              </a:rPr>
              <a:t>[Zaleta 4]</a:t>
            </a:r>
          </a:p>
        </p:txBody>
      </p:sp>
      <p:sp>
        <p:nvSpPr>
          <p:cNvPr id="20" name="Tekst: [krótki opis]"/>
          <p:cNvSpPr txBox="1"/>
          <p:nvPr/>
        </p:nvSpPr>
        <p:spPr>
          <a:xfrm>
            <a:off x="9279000" y="5076000"/>
            <a:ext cx="1725000" cy="100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00"/>
              </a:lnSpc>
            </a:pPr>
            <a:r>
              <a:rPr sz="1300" b="0" i="0">
                <a:solidFill>
                  <a:schemeClr val="bg1">
                    <a:lumMod val="88000"/>
                  </a:schemeClr>
                </a:solidFill>
                <a:latin typeface="+mn-lt"/>
              </a:rPr>
              <a:t>[krótki opis]</a:t>
            </a:r>
          </a:p>
        </p:txBody>
      </p:sp>
      <p:sp>
        <p:nvSpPr>
          <p:cNvPr id="21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Tekst: SLAJD 36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36 - do czego służy</a:t>
            </a:r>
          </a:p>
        </p:txBody>
      </p:sp>
      <p:sp>
        <p:nvSpPr>
          <p:cNvPr id="23" name="OPIS - tresc"/>
          <p:cNvSpPr/>
          <p:nvPr/>
        </p:nvSpPr>
        <p:spPr>
          <a:xfrm>
            <a:off x="12408000" y="522000"/>
            <a:ext cx="3060000" cy="10119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kst: Zalety jako zielone kafle (jak sekcja 'Z"/>
          <p:cNvSpPr txBox="1"/>
          <p:nvPr/>
        </p:nvSpPr>
        <p:spPr>
          <a:xfrm>
            <a:off x="12552000" y="666000"/>
            <a:ext cx="2772000" cy="10119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Zalety jako zielone kafle (jak sekcja 'Zalety naszych produktów' w sklepie).</a:t>
            </a:r>
          </a:p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3-4 claimy z obrazkiem.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ykieta nad tytułem (można usunąć)"/>
          <p:cNvSpPr txBox="1"/>
          <p:nvPr/>
        </p:nvSpPr>
        <p:spPr>
          <a:xfrm>
            <a:off x="864000" y="540000"/>
            <a:ext cx="7200000" cy="252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400" b="1" i="0" spc="150">
                <a:solidFill>
                  <a:schemeClr val="accent5"/>
                </a:solidFill>
                <a:latin typeface="+mn-lt"/>
              </a:rPr>
              <a:t>[WYNIK]</a:t>
            </a:r>
          </a:p>
        </p:txBody>
      </p:sp>
      <p:sp>
        <p:nvSpPr>
          <p:cNvPr id="3" name="Tytuł slajdu"/>
          <p:cNvSpPr txBox="1"/>
          <p:nvPr/>
        </p:nvSpPr>
        <p:spPr>
          <a:xfrm>
            <a:off x="864000" y="828000"/>
            <a:ext cx="9360000" cy="50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4000"/>
              </a:lnSpc>
            </a:pPr>
            <a:r>
              <a:rPr sz="4000" b="0" i="0">
                <a:solidFill>
                  <a:schemeClr val="tx1"/>
                </a:solidFill>
                <a:latin typeface="+mj-lt"/>
              </a:rPr>
              <a:t>[Tytuł: wniosek]</a:t>
            </a:r>
          </a:p>
        </p:txBody>
      </p:sp>
      <p:pic>
        <p:nvPicPr>
          <p:cNvPr id="4" name="Logo marki" descr="logo_green_bo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4000" y="540000"/>
            <a:ext cx="684000" cy="504450"/>
          </a:xfrm>
          <a:prstGeom prst="rect">
            <a:avLst/>
          </a:prstGeom>
        </p:spPr>
      </p:pic>
      <p:sp>
        <p:nvSpPr>
          <p:cNvPr id="5" name="Tekst: [Źródło: kto, kiedy, próba - np. badanie"/>
          <p:cNvSpPr txBox="1"/>
          <p:nvPr/>
        </p:nvSpPr>
        <p:spPr>
          <a:xfrm>
            <a:off x="864000" y="6426000"/>
            <a:ext cx="9360000" cy="216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05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[Źródło: kto, kiedy, próba - np. badanie, raport sprzedaży]</a:t>
            </a:r>
          </a:p>
        </p:txBody>
      </p:sp>
      <p:sp>
        <p:nvSpPr>
          <p:cNvPr id="6" name="Numer slajdu"/>
          <p:cNvSpPr txBox="1"/>
          <p:nvPr/>
        </p:nvSpPr>
        <p:spPr>
          <a:xfrm>
            <a:off x="10788000" y="6426000"/>
            <a:ext cx="540000" cy="216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/>
            <a:r>
              <a:rPr sz="105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37</a:t>
            </a:r>
          </a:p>
        </p:txBody>
      </p:sp>
      <p:grpSp>
        <p:nvGrpSpPr>
          <p:cNvPr id="25" name="Produkt z owocami (grupa) - przesuwaj całość; kliknij 2x, by zmienić obraz"/>
          <p:cNvGrpSpPr/>
          <p:nvPr/>
        </p:nvGrpSpPr>
        <p:grpSpPr>
          <a:xfrm>
            <a:off x="7445744" y="1836000"/>
            <a:ext cx="4375125" cy="4077730"/>
            <a:chOff x="7445744" y="1836000"/>
            <a:chExt cx="4375125" cy="4077730"/>
          </a:xfrm>
        </p:grpSpPr>
        <p:pic>
          <p:nvPicPr>
            <p:cNvPr id="7" name="Owoc / element smaku - prawy klik: Zmień obraz albo Delete" descr="p_cola_cytryna_plaster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rot="1440000">
              <a:off x="11037068" y="2239310"/>
              <a:ext cx="633600" cy="460578"/>
            </a:xfrm>
            <a:prstGeom prst="rect">
              <a:avLst/>
            </a:prstGeom>
          </p:spPr>
        </p:pic>
        <p:sp>
          <p:nvSpPr>
            <p:cNvPr id="8" name="Cień pod paczką"/>
            <p:cNvSpPr/>
            <p:nvPr/>
          </p:nvSpPr>
          <p:spPr>
            <a:xfrm rot="300000">
              <a:off x="8340520" y="5521294"/>
              <a:ext cx="2662958" cy="392436"/>
            </a:xfrm>
            <a:prstGeom prst="ellipse">
              <a:avLst/>
            </a:prstGeom>
            <a:solidFill>
              <a:srgbClr val="3B2A20"/>
            </a:solidFill>
            <a:ln>
              <a:noFill/>
            </a:ln>
            <a:effectLst>
              <a:softEdge rad="127000"/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9" name="Packshot - prawy klik: Zmień obraz (PNG bez tła)" descr="pack_cola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300000">
              <a:off x="8270442" y="1836000"/>
              <a:ext cx="2803114" cy="3960000"/>
            </a:xfrm>
            <a:prstGeom prst="rect">
              <a:avLst/>
            </a:prstGeom>
          </p:spPr>
        </p:pic>
        <p:pic>
          <p:nvPicPr>
            <p:cNvPr id="10" name="Owoc / element smaku - prawy klik: Zmień obraz albo Delete" descr="p_kulka_ugryz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rot="20640000">
              <a:off x="7445744" y="2663385"/>
              <a:ext cx="752400" cy="721229"/>
            </a:xfrm>
            <a:prstGeom prst="rect">
              <a:avLst/>
            </a:prstGeom>
          </p:spPr>
        </p:pic>
        <p:pic>
          <p:nvPicPr>
            <p:cNvPr id="11" name="Owoc / element smaku - prawy klik: Zmień obraz albo Delete" descr="p_kulka.pn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600000">
              <a:off x="7574331" y="4851936"/>
              <a:ext cx="831600" cy="779328"/>
            </a:xfrm>
            <a:prstGeom prst="rect">
              <a:avLst/>
            </a:prstGeom>
          </p:spPr>
        </p:pic>
        <p:pic>
          <p:nvPicPr>
            <p:cNvPr id="12" name="Owoc / element smaku - prawy klik: Zmień obraz albo Delete" descr="p_cola_cytryna_cwiartka.png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20880000">
              <a:off x="11111116" y="4212000"/>
              <a:ext cx="709753" cy="792000"/>
            </a:xfrm>
            <a:prstGeom prst="rect">
              <a:avLst/>
            </a:prstGeom>
          </p:spPr>
        </p:pic>
      </p:grpSp>
      <p:sp>
        <p:nvSpPr>
          <p:cNvPr id="13" name="Tekst: 00%"/>
          <p:cNvSpPr txBox="1"/>
          <p:nvPr/>
        </p:nvSpPr>
        <p:spPr>
          <a:xfrm>
            <a:off x="810000" y="1476000"/>
            <a:ext cx="6120000" cy="230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5000" b="0" i="0">
                <a:solidFill>
                  <a:schemeClr val="accent1"/>
                </a:solidFill>
                <a:latin typeface="+mj-lt"/>
              </a:rPr>
              <a:t>00%</a:t>
            </a:r>
          </a:p>
        </p:txBody>
      </p:sp>
      <p:sp>
        <p:nvSpPr>
          <p:cNvPr id="14" name="Tekst: [Czego dotyczy liczba i w jakiej grupie]"/>
          <p:cNvSpPr txBox="1"/>
          <p:nvPr/>
        </p:nvSpPr>
        <p:spPr>
          <a:xfrm>
            <a:off x="864000" y="3492000"/>
            <a:ext cx="5400000" cy="381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000"/>
              </a:lnSpc>
            </a:pPr>
            <a:r>
              <a:rPr sz="2200" b="1" i="0">
                <a:solidFill>
                  <a:schemeClr val="tx1"/>
                </a:solidFill>
                <a:latin typeface="+mn-lt"/>
              </a:rPr>
              <a:t>[Czego dotyczy liczba i w jakiej grupie]</a:t>
            </a:r>
          </a:p>
        </p:txBody>
      </p:sp>
      <p:sp>
        <p:nvSpPr>
          <p:cNvPr id="15" name="Karta / tło (kolor z motywu)"/>
          <p:cNvSpPr/>
          <p:nvPr/>
        </p:nvSpPr>
        <p:spPr>
          <a:xfrm>
            <a:off x="864000" y="4536000"/>
            <a:ext cx="2592000" cy="1332000"/>
          </a:xfrm>
          <a:prstGeom prst="roundRect">
            <a:avLst>
              <a:gd name="adj" fmla="val 12162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kst: 00%"/>
          <p:cNvSpPr txBox="1"/>
          <p:nvPr/>
        </p:nvSpPr>
        <p:spPr>
          <a:xfrm>
            <a:off x="1080000" y="4644000"/>
            <a:ext cx="2160000" cy="68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4000" b="0" i="0">
                <a:solidFill>
                  <a:schemeClr val="tx1"/>
                </a:solidFill>
                <a:latin typeface="+mj-lt"/>
              </a:rPr>
              <a:t>00%</a:t>
            </a:r>
          </a:p>
        </p:txBody>
      </p:sp>
      <p:sp>
        <p:nvSpPr>
          <p:cNvPr id="17" name="Tekst: [liczba pomocnicza]"/>
          <p:cNvSpPr txBox="1"/>
          <p:nvPr/>
        </p:nvSpPr>
        <p:spPr>
          <a:xfrm>
            <a:off x="1080000" y="5292000"/>
            <a:ext cx="2160000" cy="50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00"/>
              </a:lnSpc>
            </a:pPr>
            <a:r>
              <a:rPr sz="135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[liczba pomocnicza]</a:t>
            </a:r>
          </a:p>
        </p:txBody>
      </p:sp>
      <p:sp>
        <p:nvSpPr>
          <p:cNvPr id="18" name="Karta / tło (kolor z motywu)"/>
          <p:cNvSpPr/>
          <p:nvPr/>
        </p:nvSpPr>
        <p:spPr>
          <a:xfrm>
            <a:off x="3780000" y="4536000"/>
            <a:ext cx="2592000" cy="1332000"/>
          </a:xfrm>
          <a:prstGeom prst="roundRect">
            <a:avLst>
              <a:gd name="adj" fmla="val 12162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kst: 00%"/>
          <p:cNvSpPr txBox="1"/>
          <p:nvPr/>
        </p:nvSpPr>
        <p:spPr>
          <a:xfrm>
            <a:off x="3996000" y="4644000"/>
            <a:ext cx="2160000" cy="68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4000" b="0" i="0">
                <a:solidFill>
                  <a:schemeClr val="tx1"/>
                </a:solidFill>
                <a:latin typeface="+mj-lt"/>
              </a:rPr>
              <a:t>00%</a:t>
            </a:r>
          </a:p>
        </p:txBody>
      </p:sp>
      <p:sp>
        <p:nvSpPr>
          <p:cNvPr id="20" name="Tekst: [liczba pomocnicza]"/>
          <p:cNvSpPr txBox="1"/>
          <p:nvPr/>
        </p:nvSpPr>
        <p:spPr>
          <a:xfrm>
            <a:off x="3996000" y="5292000"/>
            <a:ext cx="2160000" cy="50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00"/>
              </a:lnSpc>
            </a:pPr>
            <a:r>
              <a:rPr sz="135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[liczba pomocnicza]</a:t>
            </a:r>
          </a:p>
        </p:txBody>
      </p:sp>
      <p:sp>
        <p:nvSpPr>
          <p:cNvPr id="21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Tekst: SLAJD 37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37 - do czego służy</a:t>
            </a:r>
          </a:p>
        </p:txBody>
      </p:sp>
      <p:sp>
        <p:nvSpPr>
          <p:cNvPr id="23" name="OPIS - tresc"/>
          <p:cNvSpPr/>
          <p:nvPr/>
        </p:nvSpPr>
        <p:spPr>
          <a:xfrm>
            <a:off x="12408000" y="522000"/>
            <a:ext cx="3060000" cy="10119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kst: Liczba-bohater: jedna duża liczba + opis"/>
          <p:cNvSpPr txBox="1"/>
          <p:nvPr/>
        </p:nvSpPr>
        <p:spPr>
          <a:xfrm>
            <a:off x="12552000" y="666000"/>
            <a:ext cx="2772000" cy="10119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Liczba-bohater: jedna duża liczba + opis + 1-2 liczby pomocnicze.</a:t>
            </a:r>
          </a:p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Najważniejszy wynik.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ykieta nad tytułem (można usunąć)"/>
          <p:cNvSpPr txBox="1"/>
          <p:nvPr/>
        </p:nvSpPr>
        <p:spPr>
          <a:xfrm>
            <a:off x="864000" y="540000"/>
            <a:ext cx="7200000" cy="252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400" b="1" i="0" spc="150">
                <a:solidFill>
                  <a:schemeClr val="accent5"/>
                </a:solidFill>
                <a:latin typeface="+mn-lt"/>
              </a:rPr>
              <a:t>[WYNIKI]</a:t>
            </a:r>
          </a:p>
        </p:txBody>
      </p:sp>
      <p:sp>
        <p:nvSpPr>
          <p:cNvPr id="3" name="Tytuł slajdu"/>
          <p:cNvSpPr txBox="1"/>
          <p:nvPr/>
        </p:nvSpPr>
        <p:spPr>
          <a:xfrm>
            <a:off x="864000" y="828000"/>
            <a:ext cx="9360000" cy="50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4000"/>
              </a:lnSpc>
            </a:pPr>
            <a:r>
              <a:rPr sz="4000" b="0" i="0">
                <a:solidFill>
                  <a:schemeClr val="tx1"/>
                </a:solidFill>
                <a:latin typeface="+mj-lt"/>
              </a:rPr>
              <a:t>[Tytuł: wniosek]</a:t>
            </a:r>
          </a:p>
        </p:txBody>
      </p:sp>
      <p:pic>
        <p:nvPicPr>
          <p:cNvPr id="4" name="Logo marki" descr="logo_green_bo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4000" y="540000"/>
            <a:ext cx="684000" cy="504450"/>
          </a:xfrm>
          <a:prstGeom prst="rect">
            <a:avLst/>
          </a:prstGeom>
        </p:spPr>
      </p:pic>
      <p:sp>
        <p:nvSpPr>
          <p:cNvPr id="5" name="Tekst: [Źródło: kto, kiedy, próba - np. badanie"/>
          <p:cNvSpPr txBox="1"/>
          <p:nvPr/>
        </p:nvSpPr>
        <p:spPr>
          <a:xfrm>
            <a:off x="864000" y="6426000"/>
            <a:ext cx="9360000" cy="216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05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[Źródło: kto, kiedy, próba - np. badanie, raport sprzedaży]</a:t>
            </a:r>
          </a:p>
        </p:txBody>
      </p:sp>
      <p:sp>
        <p:nvSpPr>
          <p:cNvPr id="6" name="Numer slajdu"/>
          <p:cNvSpPr txBox="1"/>
          <p:nvPr/>
        </p:nvSpPr>
        <p:spPr>
          <a:xfrm>
            <a:off x="10788000" y="6426000"/>
            <a:ext cx="540000" cy="216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/>
            <a:r>
              <a:rPr sz="105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38</a:t>
            </a:r>
          </a:p>
        </p:txBody>
      </p:sp>
      <p:sp>
        <p:nvSpPr>
          <p:cNvPr id="7" name="Karta / tło (kolor z motywu)"/>
          <p:cNvSpPr/>
          <p:nvPr/>
        </p:nvSpPr>
        <p:spPr>
          <a:xfrm>
            <a:off x="864000" y="1872000"/>
            <a:ext cx="2373000" cy="3240000"/>
          </a:xfrm>
          <a:prstGeom prst="roundRect">
            <a:avLst>
              <a:gd name="adj" fmla="val 6826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Numer slajdu"/>
          <p:cNvSpPr txBox="1"/>
          <p:nvPr/>
        </p:nvSpPr>
        <p:spPr>
          <a:xfrm>
            <a:off x="1260000" y="2160000"/>
            <a:ext cx="1581000" cy="108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7200" b="0" i="0">
                <a:solidFill>
                  <a:schemeClr val="bg1"/>
                </a:solidFill>
                <a:latin typeface="+mj-lt"/>
              </a:rPr>
              <a:t>00</a:t>
            </a:r>
          </a:p>
        </p:txBody>
      </p:sp>
      <p:sp>
        <p:nvSpPr>
          <p:cNvPr id="9" name="Tekst: [wskaźnik 1]"/>
          <p:cNvSpPr txBox="1"/>
          <p:nvPr/>
        </p:nvSpPr>
        <p:spPr>
          <a:xfrm>
            <a:off x="1260000" y="3384000"/>
            <a:ext cx="1581000" cy="2667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0"/>
              </a:lnSpc>
            </a:pPr>
            <a:r>
              <a:rPr sz="1700" b="1" i="0">
                <a:solidFill>
                  <a:schemeClr val="bg1"/>
                </a:solidFill>
                <a:latin typeface="+mn-lt"/>
              </a:rPr>
              <a:t>[wskaźnik 1]</a:t>
            </a:r>
          </a:p>
        </p:txBody>
      </p:sp>
      <p:sp>
        <p:nvSpPr>
          <p:cNvPr id="10" name="Tekst: [krótki komentarz]"/>
          <p:cNvSpPr txBox="1"/>
          <p:nvPr/>
        </p:nvSpPr>
        <p:spPr>
          <a:xfrm>
            <a:off x="1260000" y="3740700"/>
            <a:ext cx="1581000" cy="12633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00"/>
              </a:lnSpc>
            </a:pPr>
            <a:r>
              <a:rPr sz="1300" b="0" i="0">
                <a:solidFill>
                  <a:schemeClr val="bg1">
                    <a:lumMod val="88000"/>
                  </a:schemeClr>
                </a:solidFill>
                <a:latin typeface="+mn-lt"/>
              </a:rPr>
              <a:t>[krótki komentarz]</a:t>
            </a:r>
          </a:p>
        </p:txBody>
      </p:sp>
      <p:sp>
        <p:nvSpPr>
          <p:cNvPr id="11" name="Karta / tło (kolor z motywu)"/>
          <p:cNvSpPr/>
          <p:nvPr/>
        </p:nvSpPr>
        <p:spPr>
          <a:xfrm>
            <a:off x="3561000" y="1872000"/>
            <a:ext cx="2373000" cy="3240000"/>
          </a:xfrm>
          <a:prstGeom prst="roundRect">
            <a:avLst>
              <a:gd name="adj" fmla="val 6826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Numer slajdu"/>
          <p:cNvSpPr txBox="1"/>
          <p:nvPr/>
        </p:nvSpPr>
        <p:spPr>
          <a:xfrm>
            <a:off x="3957000" y="2160000"/>
            <a:ext cx="1581000" cy="108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7200" b="0" i="0">
                <a:solidFill>
                  <a:schemeClr val="accent1"/>
                </a:solidFill>
                <a:latin typeface="+mj-lt"/>
              </a:rPr>
              <a:t>00</a:t>
            </a:r>
          </a:p>
        </p:txBody>
      </p:sp>
      <p:sp>
        <p:nvSpPr>
          <p:cNvPr id="13" name="Tekst: [wskaźnik 2]"/>
          <p:cNvSpPr txBox="1"/>
          <p:nvPr/>
        </p:nvSpPr>
        <p:spPr>
          <a:xfrm>
            <a:off x="3957000" y="3384000"/>
            <a:ext cx="1581000" cy="2667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0"/>
              </a:lnSpc>
            </a:pPr>
            <a:r>
              <a:rPr sz="1700" b="1" i="0">
                <a:solidFill>
                  <a:schemeClr val="tx1"/>
                </a:solidFill>
                <a:latin typeface="+mn-lt"/>
              </a:rPr>
              <a:t>[wskaźnik 2]</a:t>
            </a:r>
          </a:p>
        </p:txBody>
      </p:sp>
      <p:sp>
        <p:nvSpPr>
          <p:cNvPr id="14" name="Tekst: [krótki komentarz]"/>
          <p:cNvSpPr txBox="1"/>
          <p:nvPr/>
        </p:nvSpPr>
        <p:spPr>
          <a:xfrm>
            <a:off x="3957000" y="3740700"/>
            <a:ext cx="1581000" cy="12633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00"/>
              </a:lnSpc>
            </a:pPr>
            <a:r>
              <a:rPr sz="13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[krótki komentarz]</a:t>
            </a:r>
          </a:p>
        </p:txBody>
      </p:sp>
      <p:sp>
        <p:nvSpPr>
          <p:cNvPr id="15" name="Karta / tło (kolor z motywu)"/>
          <p:cNvSpPr/>
          <p:nvPr/>
        </p:nvSpPr>
        <p:spPr>
          <a:xfrm>
            <a:off x="6258000" y="1872000"/>
            <a:ext cx="2373000" cy="3240000"/>
          </a:xfrm>
          <a:prstGeom prst="roundRect">
            <a:avLst>
              <a:gd name="adj" fmla="val 6826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Numer slajdu"/>
          <p:cNvSpPr txBox="1"/>
          <p:nvPr/>
        </p:nvSpPr>
        <p:spPr>
          <a:xfrm>
            <a:off x="6654000" y="2160000"/>
            <a:ext cx="1581000" cy="108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7200" b="0" i="0">
                <a:solidFill>
                  <a:schemeClr val="accent1"/>
                </a:solidFill>
                <a:latin typeface="+mj-lt"/>
              </a:rPr>
              <a:t>00</a:t>
            </a:r>
          </a:p>
        </p:txBody>
      </p:sp>
      <p:sp>
        <p:nvSpPr>
          <p:cNvPr id="17" name="Tekst: [wskaźnik 3]"/>
          <p:cNvSpPr txBox="1"/>
          <p:nvPr/>
        </p:nvSpPr>
        <p:spPr>
          <a:xfrm>
            <a:off x="6654000" y="3384000"/>
            <a:ext cx="1581000" cy="2667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0"/>
              </a:lnSpc>
            </a:pPr>
            <a:r>
              <a:rPr sz="1700" b="1" i="0">
                <a:solidFill>
                  <a:schemeClr val="tx1"/>
                </a:solidFill>
                <a:latin typeface="+mn-lt"/>
              </a:rPr>
              <a:t>[wskaźnik 3]</a:t>
            </a:r>
          </a:p>
        </p:txBody>
      </p:sp>
      <p:sp>
        <p:nvSpPr>
          <p:cNvPr id="18" name="Tekst: [krótki komentarz]"/>
          <p:cNvSpPr txBox="1"/>
          <p:nvPr/>
        </p:nvSpPr>
        <p:spPr>
          <a:xfrm>
            <a:off x="6654000" y="3740700"/>
            <a:ext cx="1581000" cy="12633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00"/>
              </a:lnSpc>
            </a:pPr>
            <a:r>
              <a:rPr sz="13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[krótki komentarz]</a:t>
            </a:r>
          </a:p>
        </p:txBody>
      </p:sp>
      <p:sp>
        <p:nvSpPr>
          <p:cNvPr id="19" name="Karta / tło (kolor z motywu)"/>
          <p:cNvSpPr/>
          <p:nvPr/>
        </p:nvSpPr>
        <p:spPr>
          <a:xfrm>
            <a:off x="8955000" y="1872000"/>
            <a:ext cx="2373000" cy="3240000"/>
          </a:xfrm>
          <a:prstGeom prst="roundRect">
            <a:avLst>
              <a:gd name="adj" fmla="val 6826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Numer slajdu"/>
          <p:cNvSpPr txBox="1"/>
          <p:nvPr/>
        </p:nvSpPr>
        <p:spPr>
          <a:xfrm>
            <a:off x="9351000" y="2160000"/>
            <a:ext cx="1581000" cy="108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7200" b="0" i="0">
                <a:solidFill>
                  <a:schemeClr val="accent1"/>
                </a:solidFill>
                <a:latin typeface="+mj-lt"/>
              </a:rPr>
              <a:t>00</a:t>
            </a:r>
          </a:p>
        </p:txBody>
      </p:sp>
      <p:sp>
        <p:nvSpPr>
          <p:cNvPr id="21" name="Tekst: [wskaźnik 4]"/>
          <p:cNvSpPr txBox="1"/>
          <p:nvPr/>
        </p:nvSpPr>
        <p:spPr>
          <a:xfrm>
            <a:off x="9351000" y="3384000"/>
            <a:ext cx="1581000" cy="2667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0"/>
              </a:lnSpc>
            </a:pPr>
            <a:r>
              <a:rPr sz="1700" b="1" i="0">
                <a:solidFill>
                  <a:schemeClr val="tx1"/>
                </a:solidFill>
                <a:latin typeface="+mn-lt"/>
              </a:rPr>
              <a:t>[wskaźnik 4]</a:t>
            </a:r>
          </a:p>
        </p:txBody>
      </p:sp>
      <p:sp>
        <p:nvSpPr>
          <p:cNvPr id="22" name="Tekst: [krótki komentarz]"/>
          <p:cNvSpPr txBox="1"/>
          <p:nvPr/>
        </p:nvSpPr>
        <p:spPr>
          <a:xfrm>
            <a:off x="9351000" y="3740700"/>
            <a:ext cx="1581000" cy="12633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00"/>
              </a:lnSpc>
            </a:pPr>
            <a:r>
              <a:rPr sz="13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[krótki komentarz]</a:t>
            </a:r>
          </a:p>
        </p:txBody>
      </p:sp>
      <p:sp>
        <p:nvSpPr>
          <p:cNvPr id="23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kst: SLAJD 38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38 - do czego służy</a:t>
            </a:r>
          </a:p>
        </p:txBody>
      </p:sp>
      <p:sp>
        <p:nvSpPr>
          <p:cNvPr id="25" name="OPIS - tresc"/>
          <p:cNvSpPr/>
          <p:nvPr/>
        </p:nvSpPr>
        <p:spPr>
          <a:xfrm>
            <a:off x="12408000" y="522000"/>
            <a:ext cx="3060000" cy="7706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kst: KPI: 3-4 wskaźniki obok siebie. Jeden mo"/>
          <p:cNvSpPr txBox="1"/>
          <p:nvPr/>
        </p:nvSpPr>
        <p:spPr>
          <a:xfrm>
            <a:off x="12552000" y="666000"/>
            <a:ext cx="2772000" cy="770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KPI: 3-4 wskaźniki obok siebie. Jeden można wyróżnić (highlight).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ykieta nad tytułem (można usunąć)"/>
          <p:cNvSpPr txBox="1"/>
          <p:nvPr/>
        </p:nvSpPr>
        <p:spPr>
          <a:xfrm>
            <a:off x="864000" y="540000"/>
            <a:ext cx="7200000" cy="252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400" b="1" i="0" spc="150">
                <a:solidFill>
                  <a:schemeClr val="accent5"/>
                </a:solidFill>
                <a:latin typeface="+mn-lt"/>
              </a:rPr>
              <a:t>[DANE]</a:t>
            </a:r>
          </a:p>
        </p:txBody>
      </p:sp>
      <p:sp>
        <p:nvSpPr>
          <p:cNvPr id="3" name="Tytuł slajdu"/>
          <p:cNvSpPr txBox="1"/>
          <p:nvPr/>
        </p:nvSpPr>
        <p:spPr>
          <a:xfrm>
            <a:off x="864000" y="828000"/>
            <a:ext cx="9360000" cy="50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4000"/>
              </a:lnSpc>
            </a:pPr>
            <a:r>
              <a:rPr sz="4000" b="0" i="0">
                <a:solidFill>
                  <a:schemeClr val="tx1"/>
                </a:solidFill>
                <a:latin typeface="+mj-lt"/>
              </a:rPr>
              <a:t>[Tytuł: wniosek]</a:t>
            </a:r>
          </a:p>
        </p:txBody>
      </p:sp>
      <p:pic>
        <p:nvPicPr>
          <p:cNvPr id="4" name="Logo marki" descr="logo_green_bo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4000" y="540000"/>
            <a:ext cx="684000" cy="504450"/>
          </a:xfrm>
          <a:prstGeom prst="rect">
            <a:avLst/>
          </a:prstGeom>
        </p:spPr>
      </p:pic>
      <p:sp>
        <p:nvSpPr>
          <p:cNvPr id="5" name="Tekst: [Źródło: kto, kiedy, próba - np. badanie"/>
          <p:cNvSpPr txBox="1"/>
          <p:nvPr/>
        </p:nvSpPr>
        <p:spPr>
          <a:xfrm>
            <a:off x="864000" y="6426000"/>
            <a:ext cx="9360000" cy="216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05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[Źródło: kto, kiedy, próba - np. badanie, raport sprzedaży]</a:t>
            </a:r>
          </a:p>
        </p:txBody>
      </p:sp>
      <p:sp>
        <p:nvSpPr>
          <p:cNvPr id="6" name="Numer slajdu"/>
          <p:cNvSpPr txBox="1"/>
          <p:nvPr/>
        </p:nvSpPr>
        <p:spPr>
          <a:xfrm>
            <a:off x="10788000" y="6426000"/>
            <a:ext cx="540000" cy="216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/>
            <a:r>
              <a:rPr sz="105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39</a:t>
            </a:r>
          </a:p>
        </p:txBody>
      </p:sp>
      <p:sp>
        <p:nvSpPr>
          <p:cNvPr id="7" name="Tekst: [Pozycja 1]"/>
          <p:cNvSpPr txBox="1"/>
          <p:nvPr/>
        </p:nvSpPr>
        <p:spPr>
          <a:xfrm>
            <a:off x="864000" y="1908000"/>
            <a:ext cx="6300000" cy="28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500" b="1" i="0">
                <a:solidFill>
                  <a:schemeClr val="tx1"/>
                </a:solidFill>
                <a:latin typeface="+mn-lt"/>
              </a:rPr>
              <a:t>[Pozycja 1]</a:t>
            </a:r>
          </a:p>
        </p:txBody>
      </p:sp>
      <p:sp>
        <p:nvSpPr>
          <p:cNvPr id="8" name="Karta / tło (kolor z motywu)"/>
          <p:cNvSpPr/>
          <p:nvPr/>
        </p:nvSpPr>
        <p:spPr>
          <a:xfrm>
            <a:off x="864000" y="2214000"/>
            <a:ext cx="6300000" cy="21600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Karta / tło (kolor z motywu)"/>
          <p:cNvSpPr/>
          <p:nvPr/>
        </p:nvSpPr>
        <p:spPr>
          <a:xfrm>
            <a:off x="864000" y="2214000"/>
            <a:ext cx="5040000" cy="216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kst: 00%"/>
          <p:cNvSpPr txBox="1"/>
          <p:nvPr/>
        </p:nvSpPr>
        <p:spPr>
          <a:xfrm>
            <a:off x="7344000" y="2016000"/>
            <a:ext cx="1080000" cy="504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2600" b="0" i="0">
                <a:solidFill>
                  <a:schemeClr val="tx1"/>
                </a:solidFill>
                <a:latin typeface="+mj-lt"/>
              </a:rPr>
              <a:t>00%</a:t>
            </a:r>
          </a:p>
        </p:txBody>
      </p:sp>
      <p:sp>
        <p:nvSpPr>
          <p:cNvPr id="11" name="Tekst: [Pozycja 2]"/>
          <p:cNvSpPr txBox="1"/>
          <p:nvPr/>
        </p:nvSpPr>
        <p:spPr>
          <a:xfrm>
            <a:off x="864000" y="2707200"/>
            <a:ext cx="6300000" cy="28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500" b="1" i="0">
                <a:solidFill>
                  <a:schemeClr val="tx1"/>
                </a:solidFill>
                <a:latin typeface="+mn-lt"/>
              </a:rPr>
              <a:t>[Pozycja 2]</a:t>
            </a:r>
          </a:p>
        </p:txBody>
      </p:sp>
      <p:sp>
        <p:nvSpPr>
          <p:cNvPr id="12" name="Karta / tło (kolor z motywu)"/>
          <p:cNvSpPr/>
          <p:nvPr/>
        </p:nvSpPr>
        <p:spPr>
          <a:xfrm>
            <a:off x="864000" y="3013200"/>
            <a:ext cx="6300000" cy="21600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Karta / tło (kolor z motywu)"/>
          <p:cNvSpPr/>
          <p:nvPr/>
        </p:nvSpPr>
        <p:spPr>
          <a:xfrm>
            <a:off x="864000" y="3013200"/>
            <a:ext cx="4158000" cy="216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kst: 00%"/>
          <p:cNvSpPr txBox="1"/>
          <p:nvPr/>
        </p:nvSpPr>
        <p:spPr>
          <a:xfrm>
            <a:off x="7344000" y="2815200"/>
            <a:ext cx="1080000" cy="504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2600" b="0" i="0">
                <a:solidFill>
                  <a:schemeClr val="tx1"/>
                </a:solidFill>
                <a:latin typeface="+mj-lt"/>
              </a:rPr>
              <a:t>00%</a:t>
            </a:r>
          </a:p>
        </p:txBody>
      </p:sp>
      <p:sp>
        <p:nvSpPr>
          <p:cNvPr id="15" name="Tekst: [Pozycja 3]"/>
          <p:cNvSpPr txBox="1"/>
          <p:nvPr/>
        </p:nvSpPr>
        <p:spPr>
          <a:xfrm>
            <a:off x="864000" y="3506400"/>
            <a:ext cx="6300000" cy="28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50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[Pozycja 3]</a:t>
            </a:r>
          </a:p>
        </p:txBody>
      </p:sp>
      <p:sp>
        <p:nvSpPr>
          <p:cNvPr id="16" name="Karta / tło (kolor z motywu)"/>
          <p:cNvSpPr/>
          <p:nvPr/>
        </p:nvSpPr>
        <p:spPr>
          <a:xfrm>
            <a:off x="864000" y="3812400"/>
            <a:ext cx="6300000" cy="21600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Karta / tło (kolor z motywu)"/>
          <p:cNvSpPr/>
          <p:nvPr/>
        </p:nvSpPr>
        <p:spPr>
          <a:xfrm>
            <a:off x="864000" y="3812400"/>
            <a:ext cx="3465000" cy="21600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kst: 00%"/>
          <p:cNvSpPr txBox="1"/>
          <p:nvPr/>
        </p:nvSpPr>
        <p:spPr>
          <a:xfrm>
            <a:off x="7344000" y="3614400"/>
            <a:ext cx="1080000" cy="504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2200" b="0" i="0">
                <a:solidFill>
                  <a:schemeClr val="tx1"/>
                </a:solidFill>
                <a:latin typeface="+mj-lt"/>
              </a:rPr>
              <a:t>00%</a:t>
            </a:r>
          </a:p>
        </p:txBody>
      </p:sp>
      <p:sp>
        <p:nvSpPr>
          <p:cNvPr id="19" name="Tekst: [Pozycja 4]"/>
          <p:cNvSpPr txBox="1"/>
          <p:nvPr/>
        </p:nvSpPr>
        <p:spPr>
          <a:xfrm>
            <a:off x="864000" y="4305600"/>
            <a:ext cx="6300000" cy="28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50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[Pozycja 4]</a:t>
            </a:r>
          </a:p>
        </p:txBody>
      </p:sp>
      <p:sp>
        <p:nvSpPr>
          <p:cNvPr id="20" name="Karta / tło (kolor z motywu)"/>
          <p:cNvSpPr/>
          <p:nvPr/>
        </p:nvSpPr>
        <p:spPr>
          <a:xfrm>
            <a:off x="864000" y="4611600"/>
            <a:ext cx="6300000" cy="21600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Karta / tło (kolor z motywu)"/>
          <p:cNvSpPr/>
          <p:nvPr/>
        </p:nvSpPr>
        <p:spPr>
          <a:xfrm>
            <a:off x="864000" y="4611600"/>
            <a:ext cx="3213000" cy="21600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Tekst: 00%"/>
          <p:cNvSpPr txBox="1"/>
          <p:nvPr/>
        </p:nvSpPr>
        <p:spPr>
          <a:xfrm>
            <a:off x="7344000" y="4413600"/>
            <a:ext cx="1080000" cy="504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2200" b="0" i="0">
                <a:solidFill>
                  <a:schemeClr val="tx1"/>
                </a:solidFill>
                <a:latin typeface="+mj-lt"/>
              </a:rPr>
              <a:t>00%</a:t>
            </a:r>
          </a:p>
        </p:txBody>
      </p:sp>
      <p:sp>
        <p:nvSpPr>
          <p:cNvPr id="23" name="Tekst: [Pozycja 5]"/>
          <p:cNvSpPr txBox="1"/>
          <p:nvPr/>
        </p:nvSpPr>
        <p:spPr>
          <a:xfrm>
            <a:off x="864000" y="5104800"/>
            <a:ext cx="6300000" cy="28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50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[Pozycja 5]</a:t>
            </a:r>
          </a:p>
        </p:txBody>
      </p:sp>
      <p:sp>
        <p:nvSpPr>
          <p:cNvPr id="24" name="Karta / tło (kolor z motywu)"/>
          <p:cNvSpPr/>
          <p:nvPr/>
        </p:nvSpPr>
        <p:spPr>
          <a:xfrm>
            <a:off x="864000" y="5410800"/>
            <a:ext cx="6300000" cy="21600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Karta / tło (kolor z motywu)"/>
          <p:cNvSpPr/>
          <p:nvPr/>
        </p:nvSpPr>
        <p:spPr>
          <a:xfrm>
            <a:off x="864000" y="5410800"/>
            <a:ext cx="2457000" cy="21600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kst: 00%"/>
          <p:cNvSpPr txBox="1"/>
          <p:nvPr/>
        </p:nvSpPr>
        <p:spPr>
          <a:xfrm>
            <a:off x="7344000" y="5212800"/>
            <a:ext cx="1080000" cy="504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2200" b="0" i="0">
                <a:solidFill>
                  <a:schemeClr val="tx1"/>
                </a:solidFill>
                <a:latin typeface="+mj-lt"/>
              </a:rPr>
              <a:t>00%</a:t>
            </a:r>
          </a:p>
        </p:txBody>
      </p:sp>
      <p:sp>
        <p:nvSpPr>
          <p:cNvPr id="27" name="Karta / tło (kolor z motywu)"/>
          <p:cNvSpPr/>
          <p:nvPr/>
        </p:nvSpPr>
        <p:spPr>
          <a:xfrm>
            <a:off x="8424000" y="1908000"/>
            <a:ext cx="2904000" cy="4068000"/>
          </a:xfrm>
          <a:prstGeom prst="roundRect">
            <a:avLst>
              <a:gd name="adj" fmla="val 5578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Tekst: [Wniosek z wykresu w 1-2 zdaniach]"/>
          <p:cNvSpPr txBox="1"/>
          <p:nvPr/>
        </p:nvSpPr>
        <p:spPr>
          <a:xfrm>
            <a:off x="8712000" y="2052000"/>
            <a:ext cx="2328000" cy="3456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500"/>
              </a:lnSpc>
            </a:pPr>
            <a:r>
              <a:rPr sz="1700" b="1" i="0">
                <a:solidFill>
                  <a:schemeClr val="tx1"/>
                </a:solidFill>
                <a:latin typeface="+mn-lt"/>
              </a:rPr>
              <a:t>[Wniosek z wykresu w 1-2 zdaniach]</a:t>
            </a:r>
          </a:p>
        </p:txBody>
      </p:sp>
      <p:sp>
        <p:nvSpPr>
          <p:cNvPr id="29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Tekst: SLAJD 39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39 - do czego służy</a:t>
            </a:r>
          </a:p>
        </p:txBody>
      </p:sp>
      <p:sp>
        <p:nvSpPr>
          <p:cNvPr id="31" name="OPIS - tresc"/>
          <p:cNvSpPr/>
          <p:nvPr/>
        </p:nvSpPr>
        <p:spPr>
          <a:xfrm>
            <a:off x="12408000" y="522000"/>
            <a:ext cx="3060000" cy="10119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Tekst: Wykres słupkowy poziomy: 3-7 pozycji. Dł"/>
          <p:cNvSpPr txBox="1"/>
          <p:nvPr/>
        </p:nvSpPr>
        <p:spPr>
          <a:xfrm>
            <a:off x="12552000" y="666000"/>
            <a:ext cx="2772000" cy="10119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Wykres słupkowy poziomy: 3-7 pozycji.</a:t>
            </a:r>
          </a:p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Długość słupka zmienisz szerokością kształtu; liczba to tekst.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ykieta nad tytułem (można usunąć)"/>
          <p:cNvSpPr txBox="1"/>
          <p:nvPr/>
        </p:nvSpPr>
        <p:spPr>
          <a:xfrm>
            <a:off x="864000" y="540000"/>
            <a:ext cx="7200000" cy="252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400" b="1" i="0" spc="150">
                <a:solidFill>
                  <a:schemeClr val="accent5"/>
                </a:solidFill>
                <a:latin typeface="+mn-lt"/>
              </a:rPr>
              <a:t>[BADANIE]</a:t>
            </a:r>
          </a:p>
        </p:txBody>
      </p:sp>
      <p:sp>
        <p:nvSpPr>
          <p:cNvPr id="3" name="Tytuł slajdu"/>
          <p:cNvSpPr txBox="1"/>
          <p:nvPr/>
        </p:nvSpPr>
        <p:spPr>
          <a:xfrm>
            <a:off x="864000" y="828000"/>
            <a:ext cx="9360000" cy="50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4000"/>
              </a:lnSpc>
            </a:pPr>
            <a:r>
              <a:rPr sz="4000" b="0" i="0">
                <a:solidFill>
                  <a:schemeClr val="tx1"/>
                </a:solidFill>
                <a:latin typeface="+mj-lt"/>
              </a:rPr>
              <a:t>[Tytuł: wniosek]</a:t>
            </a:r>
          </a:p>
        </p:txBody>
      </p:sp>
      <p:pic>
        <p:nvPicPr>
          <p:cNvPr id="4" name="Logo marki" descr="logo_green_bo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4000" y="540000"/>
            <a:ext cx="684000" cy="504450"/>
          </a:xfrm>
          <a:prstGeom prst="rect">
            <a:avLst/>
          </a:prstGeom>
        </p:spPr>
      </p:pic>
      <p:sp>
        <p:nvSpPr>
          <p:cNvPr id="5" name="Tekst: [Źródło: kto, kiedy, próba - np. badanie"/>
          <p:cNvSpPr txBox="1"/>
          <p:nvPr/>
        </p:nvSpPr>
        <p:spPr>
          <a:xfrm>
            <a:off x="864000" y="6426000"/>
            <a:ext cx="9360000" cy="216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05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[Źródło: kto, kiedy, próba - np. badanie, raport sprzedaży]</a:t>
            </a:r>
          </a:p>
        </p:txBody>
      </p:sp>
      <p:sp>
        <p:nvSpPr>
          <p:cNvPr id="6" name="Numer slajdu"/>
          <p:cNvSpPr txBox="1"/>
          <p:nvPr/>
        </p:nvSpPr>
        <p:spPr>
          <a:xfrm>
            <a:off x="10788000" y="6426000"/>
            <a:ext cx="540000" cy="216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/>
            <a:r>
              <a:rPr sz="105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40</a:t>
            </a:r>
          </a:p>
        </p:txBody>
      </p:sp>
      <p:sp>
        <p:nvSpPr>
          <p:cNvPr id="7" name="Karta / tło (kolor z motywu)"/>
          <p:cNvSpPr/>
          <p:nvPr/>
        </p:nvSpPr>
        <p:spPr>
          <a:xfrm>
            <a:off x="864000" y="1908000"/>
            <a:ext cx="5070000" cy="4320000"/>
          </a:xfrm>
          <a:prstGeom prst="roundRect">
            <a:avLst>
              <a:gd name="adj" fmla="val 3750"/>
            </a:avLst>
          </a:prstGeom>
          <a:solidFill>
            <a:schemeClr val="bg1"/>
          </a:solidFill>
          <a:ln w="12700">
            <a:solidFill>
              <a:schemeClr val="accent3">
                <a:lumMod val="9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kst: [Grupa 1]"/>
          <p:cNvSpPr txBox="1"/>
          <p:nvPr/>
        </p:nvSpPr>
        <p:spPr>
          <a:xfrm>
            <a:off x="1296000" y="2160000"/>
            <a:ext cx="4206000" cy="36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2400" b="0" i="0">
                <a:solidFill>
                  <a:schemeClr val="tx1"/>
                </a:solidFill>
                <a:latin typeface="+mj-lt"/>
              </a:rPr>
              <a:t>[Grupa 1]</a:t>
            </a:r>
          </a:p>
        </p:txBody>
      </p:sp>
      <p:sp>
        <p:nvSpPr>
          <p:cNvPr id="9" name="Tekst: [Krótki opis grupy]"/>
          <p:cNvSpPr txBox="1"/>
          <p:nvPr/>
        </p:nvSpPr>
        <p:spPr>
          <a:xfrm>
            <a:off x="1296000" y="2574000"/>
            <a:ext cx="4206000" cy="576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00"/>
              </a:lnSpc>
            </a:pPr>
            <a:r>
              <a:rPr sz="13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[Krótki opis grupy]</a:t>
            </a:r>
          </a:p>
        </p:txBody>
      </p:sp>
      <p:sp>
        <p:nvSpPr>
          <p:cNvPr id="10" name="Karta / tło (kolor z motywu)"/>
          <p:cNvSpPr/>
          <p:nvPr/>
        </p:nvSpPr>
        <p:spPr>
          <a:xfrm>
            <a:off x="1296000" y="3276000"/>
            <a:ext cx="4206000" cy="10800"/>
          </a:xfrm>
          <a:prstGeom prst="rect">
            <a:avLst/>
          </a:prstGeom>
          <a:solidFill>
            <a:schemeClr val="accent3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kst: 00%"/>
          <p:cNvSpPr txBox="1"/>
          <p:nvPr/>
        </p:nvSpPr>
        <p:spPr>
          <a:xfrm>
            <a:off x="1296000" y="3276000"/>
            <a:ext cx="1764000" cy="1404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5000" b="0" i="0">
                <a:solidFill>
                  <a:schemeClr val="accent1"/>
                </a:solidFill>
                <a:latin typeface="+mj-lt"/>
              </a:rPr>
              <a:t>00%</a:t>
            </a:r>
          </a:p>
        </p:txBody>
      </p:sp>
      <p:sp>
        <p:nvSpPr>
          <p:cNvPr id="12" name="Tekst: [opis wyniku]"/>
          <p:cNvSpPr txBox="1"/>
          <p:nvPr/>
        </p:nvSpPr>
        <p:spPr>
          <a:xfrm>
            <a:off x="3096000" y="3276000"/>
            <a:ext cx="2406000" cy="1404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ts val="2000"/>
              </a:lnSpc>
            </a:pPr>
            <a:r>
              <a:rPr sz="1500" b="1" i="0">
                <a:solidFill>
                  <a:schemeClr val="tx1"/>
                </a:solidFill>
                <a:latin typeface="+mn-lt"/>
              </a:rPr>
              <a:t>[opis wyniku]</a:t>
            </a:r>
          </a:p>
        </p:txBody>
      </p:sp>
      <p:sp>
        <p:nvSpPr>
          <p:cNvPr id="13" name="Karta / tło (kolor z motywu)"/>
          <p:cNvSpPr/>
          <p:nvPr/>
        </p:nvSpPr>
        <p:spPr>
          <a:xfrm>
            <a:off x="1296000" y="4680000"/>
            <a:ext cx="4206000" cy="10800"/>
          </a:xfrm>
          <a:prstGeom prst="rect">
            <a:avLst/>
          </a:prstGeom>
          <a:solidFill>
            <a:schemeClr val="accent3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kst: 00%"/>
          <p:cNvSpPr txBox="1"/>
          <p:nvPr/>
        </p:nvSpPr>
        <p:spPr>
          <a:xfrm>
            <a:off x="1296000" y="4680000"/>
            <a:ext cx="1764000" cy="1404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5000" b="0" i="0">
                <a:solidFill>
                  <a:schemeClr val="accent1"/>
                </a:solidFill>
                <a:latin typeface="+mj-lt"/>
              </a:rPr>
              <a:t>00%</a:t>
            </a:r>
          </a:p>
        </p:txBody>
      </p:sp>
      <p:sp>
        <p:nvSpPr>
          <p:cNvPr id="15" name="Tekst: [opis wyniku]"/>
          <p:cNvSpPr txBox="1"/>
          <p:nvPr/>
        </p:nvSpPr>
        <p:spPr>
          <a:xfrm>
            <a:off x="3096000" y="4680000"/>
            <a:ext cx="2406000" cy="1404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ts val="2000"/>
              </a:lnSpc>
            </a:pPr>
            <a:r>
              <a:rPr sz="1500" b="1" i="0">
                <a:solidFill>
                  <a:schemeClr val="tx1"/>
                </a:solidFill>
                <a:latin typeface="+mn-lt"/>
              </a:rPr>
              <a:t>[opis wyniku]</a:t>
            </a:r>
          </a:p>
        </p:txBody>
      </p:sp>
      <p:sp>
        <p:nvSpPr>
          <p:cNvPr id="16" name="Karta / tło (kolor z motywu)"/>
          <p:cNvSpPr/>
          <p:nvPr/>
        </p:nvSpPr>
        <p:spPr>
          <a:xfrm>
            <a:off x="6258000" y="1908000"/>
            <a:ext cx="5070000" cy="4320000"/>
          </a:xfrm>
          <a:prstGeom prst="roundRect">
            <a:avLst>
              <a:gd name="adj" fmla="val 3750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kst: [Grupa 2]"/>
          <p:cNvSpPr txBox="1"/>
          <p:nvPr/>
        </p:nvSpPr>
        <p:spPr>
          <a:xfrm>
            <a:off x="6690000" y="2160000"/>
            <a:ext cx="4206000" cy="36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2400" b="0" i="0">
                <a:solidFill>
                  <a:schemeClr val="tx1"/>
                </a:solidFill>
                <a:latin typeface="+mj-lt"/>
              </a:rPr>
              <a:t>[Grupa 2]</a:t>
            </a:r>
          </a:p>
        </p:txBody>
      </p:sp>
      <p:sp>
        <p:nvSpPr>
          <p:cNvPr id="18" name="Tekst: [Krótki opis grupy]"/>
          <p:cNvSpPr txBox="1"/>
          <p:nvPr/>
        </p:nvSpPr>
        <p:spPr>
          <a:xfrm>
            <a:off x="6690000" y="2574000"/>
            <a:ext cx="4206000" cy="576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00"/>
              </a:lnSpc>
            </a:pPr>
            <a:r>
              <a:rPr sz="13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[Krótki opis grupy]</a:t>
            </a:r>
          </a:p>
        </p:txBody>
      </p:sp>
      <p:sp>
        <p:nvSpPr>
          <p:cNvPr id="19" name="Karta / tło (kolor z motywu)"/>
          <p:cNvSpPr/>
          <p:nvPr/>
        </p:nvSpPr>
        <p:spPr>
          <a:xfrm>
            <a:off x="6690000" y="3276000"/>
            <a:ext cx="4206000" cy="10800"/>
          </a:xfrm>
          <a:prstGeom prst="rect">
            <a:avLst/>
          </a:prstGeom>
          <a:solidFill>
            <a:schemeClr val="accent3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kst: 00%"/>
          <p:cNvSpPr txBox="1"/>
          <p:nvPr/>
        </p:nvSpPr>
        <p:spPr>
          <a:xfrm>
            <a:off x="6690000" y="3276000"/>
            <a:ext cx="1764000" cy="1404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5000" b="0" i="0">
                <a:solidFill>
                  <a:schemeClr val="tx1"/>
                </a:solidFill>
                <a:latin typeface="+mj-lt"/>
              </a:rPr>
              <a:t>00%</a:t>
            </a:r>
          </a:p>
        </p:txBody>
      </p:sp>
      <p:sp>
        <p:nvSpPr>
          <p:cNvPr id="21" name="Tekst: [opis wyniku]"/>
          <p:cNvSpPr txBox="1"/>
          <p:nvPr/>
        </p:nvSpPr>
        <p:spPr>
          <a:xfrm>
            <a:off x="8490000" y="3276000"/>
            <a:ext cx="2406000" cy="1404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ts val="2000"/>
              </a:lnSpc>
            </a:pPr>
            <a:r>
              <a:rPr sz="1500" b="1" i="0">
                <a:solidFill>
                  <a:schemeClr val="tx1"/>
                </a:solidFill>
                <a:latin typeface="+mn-lt"/>
              </a:rPr>
              <a:t>[opis wyniku]</a:t>
            </a:r>
          </a:p>
        </p:txBody>
      </p:sp>
      <p:sp>
        <p:nvSpPr>
          <p:cNvPr id="22" name="Karta / tło (kolor z motywu)"/>
          <p:cNvSpPr/>
          <p:nvPr/>
        </p:nvSpPr>
        <p:spPr>
          <a:xfrm>
            <a:off x="6690000" y="4680000"/>
            <a:ext cx="4206000" cy="10800"/>
          </a:xfrm>
          <a:prstGeom prst="rect">
            <a:avLst/>
          </a:prstGeom>
          <a:solidFill>
            <a:schemeClr val="accent3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kst: 00%"/>
          <p:cNvSpPr txBox="1"/>
          <p:nvPr/>
        </p:nvSpPr>
        <p:spPr>
          <a:xfrm>
            <a:off x="6690000" y="4680000"/>
            <a:ext cx="1764000" cy="1404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5000" b="0" i="0">
                <a:solidFill>
                  <a:schemeClr val="tx1"/>
                </a:solidFill>
                <a:latin typeface="+mj-lt"/>
              </a:rPr>
              <a:t>00%</a:t>
            </a:r>
          </a:p>
        </p:txBody>
      </p:sp>
      <p:sp>
        <p:nvSpPr>
          <p:cNvPr id="24" name="Tekst: [opis wyniku]"/>
          <p:cNvSpPr txBox="1"/>
          <p:nvPr/>
        </p:nvSpPr>
        <p:spPr>
          <a:xfrm>
            <a:off x="8490000" y="4680000"/>
            <a:ext cx="2406000" cy="1404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ts val="2000"/>
              </a:lnSpc>
            </a:pPr>
            <a:r>
              <a:rPr sz="1500" b="1" i="0">
                <a:solidFill>
                  <a:schemeClr val="tx1"/>
                </a:solidFill>
                <a:latin typeface="+mn-lt"/>
              </a:rPr>
              <a:t>[opis wyniku]</a:t>
            </a:r>
          </a:p>
        </p:txBody>
      </p:sp>
      <p:sp>
        <p:nvSpPr>
          <p:cNvPr id="25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kst: SLAJD 40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40 - do czego służy</a:t>
            </a:r>
          </a:p>
        </p:txBody>
      </p:sp>
      <p:sp>
        <p:nvSpPr>
          <p:cNvPr id="27" name="OPIS - tresc"/>
          <p:cNvSpPr/>
          <p:nvPr/>
        </p:nvSpPr>
        <p:spPr>
          <a:xfrm>
            <a:off x="12408000" y="522000"/>
            <a:ext cx="3060000" cy="7706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Tekst: Dwie grupy obok siebie (segmenty, kanały"/>
          <p:cNvSpPr txBox="1"/>
          <p:nvPr/>
        </p:nvSpPr>
        <p:spPr>
          <a:xfrm>
            <a:off x="12552000" y="666000"/>
            <a:ext cx="2772000" cy="770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Dwie grupy obok siebie (segmenty, kanały, regiony), w każdej 2-4 wyniki.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ykieta nad tytułem (można usunąć)"/>
          <p:cNvSpPr txBox="1"/>
          <p:nvPr/>
        </p:nvSpPr>
        <p:spPr>
          <a:xfrm>
            <a:off x="864000" y="540000"/>
            <a:ext cx="7200000" cy="252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400" b="1" i="0" spc="150">
                <a:solidFill>
                  <a:schemeClr val="accent5"/>
                </a:solidFill>
                <a:latin typeface="+mn-lt"/>
              </a:rPr>
              <a:t>[PORÓWNANIE]</a:t>
            </a:r>
          </a:p>
        </p:txBody>
      </p:sp>
      <p:sp>
        <p:nvSpPr>
          <p:cNvPr id="3" name="Tytuł slajdu"/>
          <p:cNvSpPr txBox="1"/>
          <p:nvPr/>
        </p:nvSpPr>
        <p:spPr>
          <a:xfrm>
            <a:off x="864000" y="828000"/>
            <a:ext cx="9360000" cy="50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4000"/>
              </a:lnSpc>
            </a:pPr>
            <a:r>
              <a:rPr sz="4000" b="0" i="0">
                <a:solidFill>
                  <a:schemeClr val="tx1"/>
                </a:solidFill>
                <a:latin typeface="+mj-lt"/>
              </a:rPr>
              <a:t>[Tytuł: wniosek]</a:t>
            </a:r>
          </a:p>
        </p:txBody>
      </p:sp>
      <p:pic>
        <p:nvPicPr>
          <p:cNvPr id="4" name="Logo marki" descr="logo_green_bo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4000" y="540000"/>
            <a:ext cx="684000" cy="504450"/>
          </a:xfrm>
          <a:prstGeom prst="rect">
            <a:avLst/>
          </a:prstGeom>
        </p:spPr>
      </p:pic>
      <p:sp>
        <p:nvSpPr>
          <p:cNvPr id="5" name="Tekst: [Źródło: kto, kiedy, próba - np. badanie"/>
          <p:cNvSpPr txBox="1"/>
          <p:nvPr/>
        </p:nvSpPr>
        <p:spPr>
          <a:xfrm>
            <a:off x="864000" y="6426000"/>
            <a:ext cx="9360000" cy="216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05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[Źródło: kto, kiedy, próba - np. badanie, raport sprzedaży]</a:t>
            </a:r>
          </a:p>
        </p:txBody>
      </p:sp>
      <p:sp>
        <p:nvSpPr>
          <p:cNvPr id="6" name="Numer slajdu"/>
          <p:cNvSpPr txBox="1"/>
          <p:nvPr/>
        </p:nvSpPr>
        <p:spPr>
          <a:xfrm>
            <a:off x="10788000" y="6426000"/>
            <a:ext cx="540000" cy="216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/>
            <a:r>
              <a:rPr sz="105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41</a:t>
            </a:r>
          </a:p>
        </p:txBody>
      </p:sp>
      <p:sp>
        <p:nvSpPr>
          <p:cNvPr id="7" name="Tekst: 00%"/>
          <p:cNvSpPr txBox="1"/>
          <p:nvPr/>
        </p:nvSpPr>
        <p:spPr>
          <a:xfrm>
            <a:off x="864000" y="1800000"/>
            <a:ext cx="5040000" cy="172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1000" b="0" i="0">
                <a:solidFill>
                  <a:schemeClr val="accent1"/>
                </a:solidFill>
                <a:latin typeface="+mj-lt"/>
              </a:rPr>
              <a:t>00%</a:t>
            </a:r>
          </a:p>
        </p:txBody>
      </p:sp>
      <p:sp>
        <p:nvSpPr>
          <p:cNvPr id="8" name="Tekst: 00%"/>
          <p:cNvSpPr txBox="1"/>
          <p:nvPr/>
        </p:nvSpPr>
        <p:spPr>
          <a:xfrm>
            <a:off x="7728000" y="2268000"/>
            <a:ext cx="3600000" cy="100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/>
            <a:r>
              <a:rPr sz="6400" b="0" i="0">
                <a:solidFill>
                  <a:schemeClr val="accent5"/>
                </a:solidFill>
                <a:latin typeface="+mj-lt"/>
              </a:rPr>
              <a:t>00%</a:t>
            </a:r>
          </a:p>
        </p:txBody>
      </p:sp>
      <p:sp>
        <p:nvSpPr>
          <p:cNvPr id="9" name="Karta / tło (kolor z motywu)"/>
          <p:cNvSpPr/>
          <p:nvPr/>
        </p:nvSpPr>
        <p:spPr>
          <a:xfrm>
            <a:off x="864000" y="3456000"/>
            <a:ext cx="10464000" cy="3240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Karta / tło (kolor z motywu)"/>
          <p:cNvSpPr/>
          <p:nvPr/>
        </p:nvSpPr>
        <p:spPr>
          <a:xfrm>
            <a:off x="864000" y="3456000"/>
            <a:ext cx="7010880" cy="324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kst: [Opcja A]"/>
          <p:cNvSpPr txBox="1"/>
          <p:nvPr/>
        </p:nvSpPr>
        <p:spPr>
          <a:xfrm>
            <a:off x="864000" y="3924000"/>
            <a:ext cx="5040000" cy="36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800" b="1" i="0">
                <a:solidFill>
                  <a:schemeClr val="tx1"/>
                </a:solidFill>
                <a:latin typeface="+mn-lt"/>
              </a:rPr>
              <a:t>[Opcja A]</a:t>
            </a:r>
          </a:p>
        </p:txBody>
      </p:sp>
      <p:sp>
        <p:nvSpPr>
          <p:cNvPr id="12" name="Tekst: [Opcja B]"/>
          <p:cNvSpPr txBox="1"/>
          <p:nvPr/>
        </p:nvSpPr>
        <p:spPr>
          <a:xfrm>
            <a:off x="6288000" y="3924000"/>
            <a:ext cx="5040000" cy="36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/>
            <a:r>
              <a:rPr sz="180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[Opcja B]</a:t>
            </a:r>
          </a:p>
        </p:txBody>
      </p:sp>
      <p:sp>
        <p:nvSpPr>
          <p:cNvPr id="13" name="Tekst: [Komentarz do wyniku]"/>
          <p:cNvSpPr txBox="1"/>
          <p:nvPr/>
        </p:nvSpPr>
        <p:spPr>
          <a:xfrm>
            <a:off x="864000" y="4824000"/>
            <a:ext cx="9360000" cy="9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00"/>
              </a:lnSpc>
            </a:pPr>
            <a:r>
              <a:rPr sz="16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[Komentarz do wyniku]</a:t>
            </a:r>
          </a:p>
        </p:txBody>
      </p:sp>
      <p:sp>
        <p:nvSpPr>
          <p:cNvPr id="14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kst: SLAJD 41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41 - do czego służy</a:t>
            </a:r>
          </a:p>
        </p:txBody>
      </p:sp>
      <p:sp>
        <p:nvSpPr>
          <p:cNvPr id="16" name="OPIS - tresc"/>
          <p:cNvSpPr/>
          <p:nvPr/>
        </p:nvSpPr>
        <p:spPr>
          <a:xfrm>
            <a:off x="12408000" y="522000"/>
            <a:ext cx="3060000" cy="10119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kst: A kontra B jednym paskiem: preferencja, "/>
          <p:cNvSpPr txBox="1"/>
          <p:nvPr/>
        </p:nvSpPr>
        <p:spPr>
          <a:xfrm>
            <a:off x="12552000" y="666000"/>
            <a:ext cx="2772000" cy="10119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A kontra B jednym paskiem: preferencja, udział, podział głosów. Długość paska zmienisz ręcznie.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slajdu"/>
          <p:cNvSpPr txBox="1"/>
          <p:nvPr/>
        </p:nvSpPr>
        <p:spPr>
          <a:xfrm>
            <a:off x="864000" y="828000"/>
            <a:ext cx="9360000" cy="50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4000"/>
              </a:lnSpc>
            </a:pPr>
            <a:r>
              <a:rPr sz="4000" b="0" i="0">
                <a:solidFill>
                  <a:schemeClr val="tx1"/>
                </a:solidFill>
                <a:latin typeface="+mj-lt"/>
              </a:rPr>
              <a:t>[Tytuł tabeli]</a:t>
            </a:r>
          </a:p>
        </p:txBody>
      </p:sp>
      <p:pic>
        <p:nvPicPr>
          <p:cNvPr id="3" name="Logo marki" descr="logo_green_bo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4000" y="540000"/>
            <a:ext cx="684000" cy="504450"/>
          </a:xfrm>
          <a:prstGeom prst="rect">
            <a:avLst/>
          </a:prstGeom>
        </p:spPr>
      </p:pic>
      <p:sp>
        <p:nvSpPr>
          <p:cNvPr id="4" name="Numer slajdu"/>
          <p:cNvSpPr txBox="1"/>
          <p:nvPr/>
        </p:nvSpPr>
        <p:spPr>
          <a:xfrm>
            <a:off x="10788000" y="6426000"/>
            <a:ext cx="540000" cy="216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/>
            <a:r>
              <a:rPr sz="105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42</a:t>
            </a:r>
          </a:p>
        </p:txBody>
      </p:sp>
      <p:sp>
        <p:nvSpPr>
          <p:cNvPr id="5" name="Tekst: Produkt"/>
          <p:cNvSpPr txBox="1"/>
          <p:nvPr/>
        </p:nvSpPr>
        <p:spPr>
          <a:xfrm>
            <a:off x="1044000" y="1908000"/>
            <a:ext cx="3290232" cy="46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300" b="1" i="0">
                <a:solidFill>
                  <a:schemeClr val="tx1"/>
                </a:solidFill>
                <a:latin typeface="+mn-lt"/>
              </a:rPr>
              <a:t>Produkt</a:t>
            </a:r>
          </a:p>
        </p:txBody>
      </p:sp>
      <p:sp>
        <p:nvSpPr>
          <p:cNvPr id="6" name="Tekst: Indeks"/>
          <p:cNvSpPr txBox="1"/>
          <p:nvPr/>
        </p:nvSpPr>
        <p:spPr>
          <a:xfrm>
            <a:off x="4694232" y="1908000"/>
            <a:ext cx="1100093" cy="46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300" b="1" i="0">
                <a:solidFill>
                  <a:schemeClr val="tx1"/>
                </a:solidFill>
                <a:latin typeface="+mn-lt"/>
              </a:rPr>
              <a:t>Indeks</a:t>
            </a:r>
          </a:p>
        </p:txBody>
      </p:sp>
      <p:sp>
        <p:nvSpPr>
          <p:cNvPr id="7" name="Tekst: EAN"/>
          <p:cNvSpPr txBox="1"/>
          <p:nvPr/>
        </p:nvSpPr>
        <p:spPr>
          <a:xfrm>
            <a:off x="6154325" y="1908000"/>
            <a:ext cx="2073488" cy="46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300" b="1" i="0">
                <a:solidFill>
                  <a:schemeClr val="tx1"/>
                </a:solidFill>
                <a:latin typeface="+mn-lt"/>
              </a:rPr>
              <a:t>EAN</a:t>
            </a:r>
          </a:p>
        </p:txBody>
      </p:sp>
      <p:sp>
        <p:nvSpPr>
          <p:cNvPr id="8" name="Tekst: Gramatura"/>
          <p:cNvSpPr txBox="1"/>
          <p:nvPr/>
        </p:nvSpPr>
        <p:spPr>
          <a:xfrm>
            <a:off x="8587813" y="1908000"/>
            <a:ext cx="1100093" cy="46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300" b="1" i="0">
                <a:solidFill>
                  <a:schemeClr val="tx1"/>
                </a:solidFill>
                <a:latin typeface="+mn-lt"/>
              </a:rPr>
              <a:t>Gramatura</a:t>
            </a:r>
          </a:p>
        </p:txBody>
      </p:sp>
      <p:sp>
        <p:nvSpPr>
          <p:cNvPr id="9" name="Tekst: Karton"/>
          <p:cNvSpPr txBox="1"/>
          <p:nvPr/>
        </p:nvSpPr>
        <p:spPr>
          <a:xfrm>
            <a:off x="10047906" y="1908000"/>
            <a:ext cx="1100093" cy="46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300" b="1" i="0">
                <a:solidFill>
                  <a:schemeClr val="tx1"/>
                </a:solidFill>
                <a:latin typeface="+mn-lt"/>
              </a:rPr>
              <a:t>Karton</a:t>
            </a:r>
          </a:p>
        </p:txBody>
      </p:sp>
      <p:sp>
        <p:nvSpPr>
          <p:cNvPr id="10" name="Karta / tło (kolor z motywu)"/>
          <p:cNvSpPr/>
          <p:nvPr/>
        </p:nvSpPr>
        <p:spPr>
          <a:xfrm>
            <a:off x="864000" y="2376000"/>
            <a:ext cx="10464000" cy="468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kst: [Produkt 1]"/>
          <p:cNvSpPr txBox="1"/>
          <p:nvPr/>
        </p:nvSpPr>
        <p:spPr>
          <a:xfrm>
            <a:off x="1044000" y="2376000"/>
            <a:ext cx="3290232" cy="46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300" b="1" i="0">
                <a:solidFill>
                  <a:schemeClr val="tx1"/>
                </a:solidFill>
                <a:latin typeface="+mn-lt"/>
              </a:rPr>
              <a:t>[Produkt 1]</a:t>
            </a:r>
          </a:p>
        </p:txBody>
      </p:sp>
      <p:sp>
        <p:nvSpPr>
          <p:cNvPr id="12" name="Tekst: [indeks]"/>
          <p:cNvSpPr txBox="1"/>
          <p:nvPr/>
        </p:nvSpPr>
        <p:spPr>
          <a:xfrm>
            <a:off x="4694232" y="2376000"/>
            <a:ext cx="1100093" cy="46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300" b="0" i="0">
                <a:solidFill>
                  <a:schemeClr val="tx1"/>
                </a:solidFill>
                <a:latin typeface="+mn-lt"/>
              </a:rPr>
              <a:t>[indeks]</a:t>
            </a:r>
          </a:p>
        </p:txBody>
      </p:sp>
      <p:sp>
        <p:nvSpPr>
          <p:cNvPr id="13" name="Tekst: [EAN]"/>
          <p:cNvSpPr txBox="1"/>
          <p:nvPr/>
        </p:nvSpPr>
        <p:spPr>
          <a:xfrm>
            <a:off x="6154325" y="2376000"/>
            <a:ext cx="2073488" cy="46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300" b="0" i="0">
                <a:solidFill>
                  <a:schemeClr val="tx1"/>
                </a:solidFill>
                <a:latin typeface="+mn-lt"/>
              </a:rPr>
              <a:t>[EAN]</a:t>
            </a:r>
          </a:p>
        </p:txBody>
      </p:sp>
      <p:sp>
        <p:nvSpPr>
          <p:cNvPr id="14" name="Tekst: [00 g]"/>
          <p:cNvSpPr txBox="1"/>
          <p:nvPr/>
        </p:nvSpPr>
        <p:spPr>
          <a:xfrm>
            <a:off x="8587813" y="2376000"/>
            <a:ext cx="1100093" cy="46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300" b="0" i="0">
                <a:solidFill>
                  <a:schemeClr val="tx1"/>
                </a:solidFill>
                <a:latin typeface="+mn-lt"/>
              </a:rPr>
              <a:t>[00 g]</a:t>
            </a:r>
          </a:p>
        </p:txBody>
      </p:sp>
      <p:sp>
        <p:nvSpPr>
          <p:cNvPr id="15" name="Tekst: [szt.]"/>
          <p:cNvSpPr txBox="1"/>
          <p:nvPr/>
        </p:nvSpPr>
        <p:spPr>
          <a:xfrm>
            <a:off x="10047906" y="2376000"/>
            <a:ext cx="1100093" cy="46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300" b="0" i="0">
                <a:solidFill>
                  <a:schemeClr val="tx1"/>
                </a:solidFill>
                <a:latin typeface="+mn-lt"/>
              </a:rPr>
              <a:t>[szt.]</a:t>
            </a:r>
          </a:p>
        </p:txBody>
      </p:sp>
      <p:sp>
        <p:nvSpPr>
          <p:cNvPr id="16" name="Tekst: [Produkt 2]"/>
          <p:cNvSpPr txBox="1"/>
          <p:nvPr/>
        </p:nvSpPr>
        <p:spPr>
          <a:xfrm>
            <a:off x="1044000" y="2844000"/>
            <a:ext cx="3290232" cy="46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300" b="1" i="0">
                <a:solidFill>
                  <a:schemeClr val="tx1"/>
                </a:solidFill>
                <a:latin typeface="+mn-lt"/>
              </a:rPr>
              <a:t>[Produkt 2]</a:t>
            </a:r>
          </a:p>
        </p:txBody>
      </p:sp>
      <p:sp>
        <p:nvSpPr>
          <p:cNvPr id="17" name="Tekst: [indeks]"/>
          <p:cNvSpPr txBox="1"/>
          <p:nvPr/>
        </p:nvSpPr>
        <p:spPr>
          <a:xfrm>
            <a:off x="4694232" y="2844000"/>
            <a:ext cx="1100093" cy="46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300" b="0" i="0">
                <a:solidFill>
                  <a:schemeClr val="tx1"/>
                </a:solidFill>
                <a:latin typeface="+mn-lt"/>
              </a:rPr>
              <a:t>[indeks]</a:t>
            </a:r>
          </a:p>
        </p:txBody>
      </p:sp>
      <p:sp>
        <p:nvSpPr>
          <p:cNvPr id="18" name="Tekst: [EAN]"/>
          <p:cNvSpPr txBox="1"/>
          <p:nvPr/>
        </p:nvSpPr>
        <p:spPr>
          <a:xfrm>
            <a:off x="6154325" y="2844000"/>
            <a:ext cx="2073488" cy="46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300" b="0" i="0">
                <a:solidFill>
                  <a:schemeClr val="tx1"/>
                </a:solidFill>
                <a:latin typeface="+mn-lt"/>
              </a:rPr>
              <a:t>[EAN]</a:t>
            </a:r>
          </a:p>
        </p:txBody>
      </p:sp>
      <p:sp>
        <p:nvSpPr>
          <p:cNvPr id="19" name="Tekst: [00 g]"/>
          <p:cNvSpPr txBox="1"/>
          <p:nvPr/>
        </p:nvSpPr>
        <p:spPr>
          <a:xfrm>
            <a:off x="8587813" y="2844000"/>
            <a:ext cx="1100093" cy="46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300" b="0" i="0">
                <a:solidFill>
                  <a:schemeClr val="tx1"/>
                </a:solidFill>
                <a:latin typeface="+mn-lt"/>
              </a:rPr>
              <a:t>[00 g]</a:t>
            </a:r>
          </a:p>
        </p:txBody>
      </p:sp>
      <p:sp>
        <p:nvSpPr>
          <p:cNvPr id="20" name="Tekst: [szt.]"/>
          <p:cNvSpPr txBox="1"/>
          <p:nvPr/>
        </p:nvSpPr>
        <p:spPr>
          <a:xfrm>
            <a:off x="10047906" y="2844000"/>
            <a:ext cx="1100093" cy="46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300" b="0" i="0">
                <a:solidFill>
                  <a:schemeClr val="tx1"/>
                </a:solidFill>
                <a:latin typeface="+mn-lt"/>
              </a:rPr>
              <a:t>[szt.]</a:t>
            </a:r>
          </a:p>
        </p:txBody>
      </p:sp>
      <p:sp>
        <p:nvSpPr>
          <p:cNvPr id="21" name="Karta / tło (kolor z motywu)"/>
          <p:cNvSpPr/>
          <p:nvPr/>
        </p:nvSpPr>
        <p:spPr>
          <a:xfrm>
            <a:off x="864000" y="3312000"/>
            <a:ext cx="10464000" cy="468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Tekst: [Produkt 3]"/>
          <p:cNvSpPr txBox="1"/>
          <p:nvPr/>
        </p:nvSpPr>
        <p:spPr>
          <a:xfrm>
            <a:off x="1044000" y="3312000"/>
            <a:ext cx="3290232" cy="46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300" b="1" i="0">
                <a:solidFill>
                  <a:schemeClr val="tx1"/>
                </a:solidFill>
                <a:latin typeface="+mn-lt"/>
              </a:rPr>
              <a:t>[Produkt 3]</a:t>
            </a:r>
          </a:p>
        </p:txBody>
      </p:sp>
      <p:sp>
        <p:nvSpPr>
          <p:cNvPr id="23" name="Tekst: [indeks]"/>
          <p:cNvSpPr txBox="1"/>
          <p:nvPr/>
        </p:nvSpPr>
        <p:spPr>
          <a:xfrm>
            <a:off x="4694232" y="3312000"/>
            <a:ext cx="1100093" cy="46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300" b="0" i="0">
                <a:solidFill>
                  <a:schemeClr val="tx1"/>
                </a:solidFill>
                <a:latin typeface="+mn-lt"/>
              </a:rPr>
              <a:t>[indeks]</a:t>
            </a:r>
          </a:p>
        </p:txBody>
      </p:sp>
      <p:sp>
        <p:nvSpPr>
          <p:cNvPr id="24" name="Tekst: [EAN]"/>
          <p:cNvSpPr txBox="1"/>
          <p:nvPr/>
        </p:nvSpPr>
        <p:spPr>
          <a:xfrm>
            <a:off x="6154325" y="3312000"/>
            <a:ext cx="2073488" cy="46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300" b="0" i="0">
                <a:solidFill>
                  <a:schemeClr val="tx1"/>
                </a:solidFill>
                <a:latin typeface="+mn-lt"/>
              </a:rPr>
              <a:t>[EAN]</a:t>
            </a:r>
          </a:p>
        </p:txBody>
      </p:sp>
      <p:sp>
        <p:nvSpPr>
          <p:cNvPr id="25" name="Tekst: [00 g]"/>
          <p:cNvSpPr txBox="1"/>
          <p:nvPr/>
        </p:nvSpPr>
        <p:spPr>
          <a:xfrm>
            <a:off x="8587813" y="3312000"/>
            <a:ext cx="1100093" cy="46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300" b="0" i="0">
                <a:solidFill>
                  <a:schemeClr val="tx1"/>
                </a:solidFill>
                <a:latin typeface="+mn-lt"/>
              </a:rPr>
              <a:t>[00 g]</a:t>
            </a:r>
          </a:p>
        </p:txBody>
      </p:sp>
      <p:sp>
        <p:nvSpPr>
          <p:cNvPr id="26" name="Tekst: [szt.]"/>
          <p:cNvSpPr txBox="1"/>
          <p:nvPr/>
        </p:nvSpPr>
        <p:spPr>
          <a:xfrm>
            <a:off x="10047906" y="3312000"/>
            <a:ext cx="1100093" cy="46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300" b="0" i="0">
                <a:solidFill>
                  <a:schemeClr val="tx1"/>
                </a:solidFill>
                <a:latin typeface="+mn-lt"/>
              </a:rPr>
              <a:t>[szt.]</a:t>
            </a:r>
          </a:p>
        </p:txBody>
      </p:sp>
      <p:sp>
        <p:nvSpPr>
          <p:cNvPr id="27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Tekst: SLAJD 42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42 - do czego służy</a:t>
            </a:r>
          </a:p>
        </p:txBody>
      </p:sp>
      <p:sp>
        <p:nvSpPr>
          <p:cNvPr id="29" name="OPIS - tresc"/>
          <p:cNvSpPr/>
          <p:nvPr/>
        </p:nvSpPr>
        <p:spPr>
          <a:xfrm>
            <a:off x="12408000" y="522000"/>
            <a:ext cx="3060000" cy="7706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Tekst: Tabela: asortyment, cennik, indeksy. Lic"/>
          <p:cNvSpPr txBox="1"/>
          <p:nvPr/>
        </p:nvSpPr>
        <p:spPr>
          <a:xfrm>
            <a:off x="12552000" y="666000"/>
            <a:ext cx="2772000" cy="770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Tabela: asortyment, cennik, indeksy.</a:t>
            </a:r>
          </a:p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Liczby same wyrównują się do prawej.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slajdu"/>
          <p:cNvSpPr txBox="1"/>
          <p:nvPr/>
        </p:nvSpPr>
        <p:spPr>
          <a:xfrm>
            <a:off x="864000" y="828000"/>
            <a:ext cx="9360000" cy="50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4000"/>
              </a:lnSpc>
            </a:pPr>
            <a:r>
              <a:rPr sz="4000" b="0" i="0">
                <a:solidFill>
                  <a:schemeClr val="tx1"/>
                </a:solidFill>
                <a:latin typeface="+mj-lt"/>
              </a:rPr>
              <a:t>[Tytuł harmonogramu]</a:t>
            </a:r>
          </a:p>
        </p:txBody>
      </p:sp>
      <p:pic>
        <p:nvPicPr>
          <p:cNvPr id="3" name="Logo marki" descr="logo_green_bo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4000" y="540000"/>
            <a:ext cx="684000" cy="504450"/>
          </a:xfrm>
          <a:prstGeom prst="rect">
            <a:avLst/>
          </a:prstGeom>
        </p:spPr>
      </p:pic>
      <p:sp>
        <p:nvSpPr>
          <p:cNvPr id="4" name="Numer slajdu"/>
          <p:cNvSpPr txBox="1"/>
          <p:nvPr/>
        </p:nvSpPr>
        <p:spPr>
          <a:xfrm>
            <a:off x="10788000" y="6426000"/>
            <a:ext cx="540000" cy="216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/>
            <a:r>
              <a:rPr sz="105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43</a:t>
            </a:r>
          </a:p>
        </p:txBody>
      </p:sp>
      <p:sp>
        <p:nvSpPr>
          <p:cNvPr id="5" name="Karta / tło (kolor z motywu)"/>
          <p:cNvSpPr/>
          <p:nvPr/>
        </p:nvSpPr>
        <p:spPr>
          <a:xfrm>
            <a:off x="1224000" y="3801600"/>
            <a:ext cx="9744000" cy="28800"/>
          </a:xfrm>
          <a:prstGeom prst="rect">
            <a:avLst/>
          </a:prstGeom>
          <a:solidFill>
            <a:schemeClr val="accent3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Punktor"/>
          <p:cNvSpPr/>
          <p:nvPr/>
        </p:nvSpPr>
        <p:spPr>
          <a:xfrm>
            <a:off x="1062000" y="3654000"/>
            <a:ext cx="324000" cy="32400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Punktor"/>
          <p:cNvSpPr/>
          <p:nvPr/>
        </p:nvSpPr>
        <p:spPr>
          <a:xfrm>
            <a:off x="1062000" y="3654000"/>
            <a:ext cx="324000" cy="324000"/>
          </a:xfrm>
          <a:prstGeom prst="ellipse">
            <a:avLst/>
          </a:prstGeom>
          <a:noFill/>
          <a:ln w="25400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kst: [Termin 1]"/>
          <p:cNvSpPr txBox="1"/>
          <p:nvPr/>
        </p:nvSpPr>
        <p:spPr>
          <a:xfrm>
            <a:off x="864000" y="2592000"/>
            <a:ext cx="2340000" cy="28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600" b="1" i="0">
                <a:solidFill>
                  <a:schemeClr val="accent1"/>
                </a:solidFill>
                <a:latin typeface="+mn-lt"/>
              </a:rPr>
              <a:t>[Termin 1]</a:t>
            </a:r>
          </a:p>
        </p:txBody>
      </p:sp>
      <p:sp>
        <p:nvSpPr>
          <p:cNvPr id="9" name="Tekst: [Etap 1]"/>
          <p:cNvSpPr txBox="1"/>
          <p:nvPr/>
        </p:nvSpPr>
        <p:spPr>
          <a:xfrm>
            <a:off x="864000" y="2880000"/>
            <a:ext cx="2340000" cy="32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800" b="0" i="0">
                <a:solidFill>
                  <a:schemeClr val="tx1"/>
                </a:solidFill>
                <a:latin typeface="+mj-lt"/>
              </a:rPr>
              <a:t>[Etap 1]</a:t>
            </a:r>
          </a:p>
        </p:txBody>
      </p:sp>
      <p:sp>
        <p:nvSpPr>
          <p:cNvPr id="10" name="Tekst: [krótki opis]"/>
          <p:cNvSpPr txBox="1"/>
          <p:nvPr/>
        </p:nvSpPr>
        <p:spPr>
          <a:xfrm>
            <a:off x="864000" y="3204000"/>
            <a:ext cx="2340000" cy="64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700"/>
              </a:lnSpc>
            </a:pPr>
            <a:r>
              <a:rPr sz="125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[krótki opis]</a:t>
            </a:r>
          </a:p>
        </p:txBody>
      </p:sp>
      <p:sp>
        <p:nvSpPr>
          <p:cNvPr id="11" name="Punktor"/>
          <p:cNvSpPr/>
          <p:nvPr/>
        </p:nvSpPr>
        <p:spPr>
          <a:xfrm>
            <a:off x="4310000" y="3654000"/>
            <a:ext cx="324000" cy="3240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Punktor"/>
          <p:cNvSpPr/>
          <p:nvPr/>
        </p:nvSpPr>
        <p:spPr>
          <a:xfrm>
            <a:off x="4310000" y="3654000"/>
            <a:ext cx="324000" cy="324000"/>
          </a:xfrm>
          <a:prstGeom prst="ellipse">
            <a:avLst/>
          </a:prstGeom>
          <a:noFill/>
          <a:ln w="25400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kst: [Termin 2]"/>
          <p:cNvSpPr txBox="1"/>
          <p:nvPr/>
        </p:nvSpPr>
        <p:spPr>
          <a:xfrm>
            <a:off x="3302000" y="4176000"/>
            <a:ext cx="2340000" cy="28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sz="1600" b="1" i="0">
                <a:solidFill>
                  <a:schemeClr val="accent1"/>
                </a:solidFill>
                <a:latin typeface="+mn-lt"/>
              </a:rPr>
              <a:t>[Termin 2]</a:t>
            </a:r>
          </a:p>
        </p:txBody>
      </p:sp>
      <p:sp>
        <p:nvSpPr>
          <p:cNvPr id="14" name="Tekst: [Etap 2]"/>
          <p:cNvSpPr txBox="1"/>
          <p:nvPr/>
        </p:nvSpPr>
        <p:spPr>
          <a:xfrm>
            <a:off x="3302000" y="4464000"/>
            <a:ext cx="2340000" cy="32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sz="1800" b="0" i="0">
                <a:solidFill>
                  <a:schemeClr val="tx1"/>
                </a:solidFill>
                <a:latin typeface="+mj-lt"/>
              </a:rPr>
              <a:t>[Etap 2]</a:t>
            </a:r>
          </a:p>
        </p:txBody>
      </p:sp>
      <p:sp>
        <p:nvSpPr>
          <p:cNvPr id="15" name="Tekst: [krótki opis]"/>
          <p:cNvSpPr txBox="1"/>
          <p:nvPr/>
        </p:nvSpPr>
        <p:spPr>
          <a:xfrm>
            <a:off x="3302000" y="4788000"/>
            <a:ext cx="2340000" cy="64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700"/>
              </a:lnSpc>
            </a:pPr>
            <a:r>
              <a:rPr sz="125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[krótki opis]</a:t>
            </a:r>
          </a:p>
        </p:txBody>
      </p:sp>
      <p:sp>
        <p:nvSpPr>
          <p:cNvPr id="16" name="Punktor"/>
          <p:cNvSpPr/>
          <p:nvPr/>
        </p:nvSpPr>
        <p:spPr>
          <a:xfrm>
            <a:off x="7558000" y="3654000"/>
            <a:ext cx="324000" cy="32400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Punktor"/>
          <p:cNvSpPr/>
          <p:nvPr/>
        </p:nvSpPr>
        <p:spPr>
          <a:xfrm>
            <a:off x="7558000" y="3654000"/>
            <a:ext cx="324000" cy="324000"/>
          </a:xfrm>
          <a:prstGeom prst="ellipse">
            <a:avLst/>
          </a:prstGeom>
          <a:noFill/>
          <a:ln w="25400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kst: [Termin 3]"/>
          <p:cNvSpPr txBox="1"/>
          <p:nvPr/>
        </p:nvSpPr>
        <p:spPr>
          <a:xfrm>
            <a:off x="6550000" y="2592000"/>
            <a:ext cx="2340000" cy="28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sz="1600" b="1" i="0">
                <a:solidFill>
                  <a:schemeClr val="accent1"/>
                </a:solidFill>
                <a:latin typeface="+mn-lt"/>
              </a:rPr>
              <a:t>[Termin 3]</a:t>
            </a:r>
          </a:p>
        </p:txBody>
      </p:sp>
      <p:sp>
        <p:nvSpPr>
          <p:cNvPr id="19" name="Tekst: [Etap 3]"/>
          <p:cNvSpPr txBox="1"/>
          <p:nvPr/>
        </p:nvSpPr>
        <p:spPr>
          <a:xfrm>
            <a:off x="6550000" y="2880000"/>
            <a:ext cx="2340000" cy="32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sz="1800" b="0" i="0">
                <a:solidFill>
                  <a:schemeClr val="tx1"/>
                </a:solidFill>
                <a:latin typeface="+mj-lt"/>
              </a:rPr>
              <a:t>[Etap 3]</a:t>
            </a:r>
          </a:p>
        </p:txBody>
      </p:sp>
      <p:sp>
        <p:nvSpPr>
          <p:cNvPr id="20" name="Tekst: [krótki opis]"/>
          <p:cNvSpPr txBox="1"/>
          <p:nvPr/>
        </p:nvSpPr>
        <p:spPr>
          <a:xfrm>
            <a:off x="6550000" y="3204000"/>
            <a:ext cx="2340000" cy="64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700"/>
              </a:lnSpc>
            </a:pPr>
            <a:r>
              <a:rPr sz="125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[krótki opis]</a:t>
            </a:r>
          </a:p>
        </p:txBody>
      </p:sp>
      <p:sp>
        <p:nvSpPr>
          <p:cNvPr id="21" name="Punktor"/>
          <p:cNvSpPr/>
          <p:nvPr/>
        </p:nvSpPr>
        <p:spPr>
          <a:xfrm>
            <a:off x="10806000" y="3654000"/>
            <a:ext cx="324000" cy="32400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Punktor"/>
          <p:cNvSpPr/>
          <p:nvPr/>
        </p:nvSpPr>
        <p:spPr>
          <a:xfrm>
            <a:off x="10806000" y="3654000"/>
            <a:ext cx="324000" cy="324000"/>
          </a:xfrm>
          <a:prstGeom prst="ellipse">
            <a:avLst/>
          </a:prstGeom>
          <a:noFill/>
          <a:ln w="25400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kst: [Termin 4]"/>
          <p:cNvSpPr txBox="1"/>
          <p:nvPr/>
        </p:nvSpPr>
        <p:spPr>
          <a:xfrm>
            <a:off x="8988000" y="4176000"/>
            <a:ext cx="2340000" cy="28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/>
            <a:r>
              <a:rPr sz="1600" b="1" i="0">
                <a:solidFill>
                  <a:schemeClr val="accent1"/>
                </a:solidFill>
                <a:latin typeface="+mn-lt"/>
              </a:rPr>
              <a:t>[Termin 4]</a:t>
            </a:r>
          </a:p>
        </p:txBody>
      </p:sp>
      <p:sp>
        <p:nvSpPr>
          <p:cNvPr id="24" name="Tekst: [Etap 4]"/>
          <p:cNvSpPr txBox="1"/>
          <p:nvPr/>
        </p:nvSpPr>
        <p:spPr>
          <a:xfrm>
            <a:off x="8988000" y="4464000"/>
            <a:ext cx="2340000" cy="32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/>
            <a:r>
              <a:rPr sz="1800" b="0" i="0">
                <a:solidFill>
                  <a:schemeClr val="tx1"/>
                </a:solidFill>
                <a:latin typeface="+mj-lt"/>
              </a:rPr>
              <a:t>[Etap 4]</a:t>
            </a:r>
          </a:p>
        </p:txBody>
      </p:sp>
      <p:sp>
        <p:nvSpPr>
          <p:cNvPr id="25" name="Tekst: [krótki opis]"/>
          <p:cNvSpPr txBox="1"/>
          <p:nvPr/>
        </p:nvSpPr>
        <p:spPr>
          <a:xfrm>
            <a:off x="8988000" y="4788000"/>
            <a:ext cx="2340000" cy="64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ts val="1700"/>
              </a:lnSpc>
            </a:pPr>
            <a:r>
              <a:rPr sz="125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[krótki opis]</a:t>
            </a:r>
          </a:p>
        </p:txBody>
      </p:sp>
      <p:sp>
        <p:nvSpPr>
          <p:cNvPr id="26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Tekst: SLAJD 43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43 - do czego służy</a:t>
            </a:r>
          </a:p>
        </p:txBody>
      </p:sp>
      <p:sp>
        <p:nvSpPr>
          <p:cNvPr id="28" name="OPIS - tresc"/>
          <p:cNvSpPr/>
          <p:nvPr/>
        </p:nvSpPr>
        <p:spPr>
          <a:xfrm>
            <a:off x="12408000" y="522000"/>
            <a:ext cx="3060000" cy="10119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Tekst: Oś czasu: 3-6 etapów (wprowadzenie produ"/>
          <p:cNvSpPr txBox="1"/>
          <p:nvPr/>
        </p:nvSpPr>
        <p:spPr>
          <a:xfrm>
            <a:off x="12552000" y="666000"/>
            <a:ext cx="2772000" cy="10119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Oś czasu: 3-6 etapów (wprowadzenie produktu, plan kampanii). Wypełnione kółko = bieżący etap.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slajdu"/>
          <p:cNvSpPr txBox="1"/>
          <p:nvPr/>
        </p:nvSpPr>
        <p:spPr>
          <a:xfrm>
            <a:off x="864000" y="828000"/>
            <a:ext cx="9360000" cy="50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4000"/>
              </a:lnSpc>
            </a:pPr>
            <a:r>
              <a:rPr sz="4000" b="0" i="0">
                <a:solidFill>
                  <a:schemeClr val="tx1"/>
                </a:solidFill>
                <a:latin typeface="+mj-lt"/>
              </a:rPr>
              <a:t>[Dlaczego warto mieć na półce]</a:t>
            </a:r>
          </a:p>
        </p:txBody>
      </p:sp>
      <p:pic>
        <p:nvPicPr>
          <p:cNvPr id="3" name="Logo marki" descr="logo_green_bo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4000" y="540000"/>
            <a:ext cx="684000" cy="504450"/>
          </a:xfrm>
          <a:prstGeom prst="rect">
            <a:avLst/>
          </a:prstGeom>
        </p:spPr>
      </p:pic>
      <p:sp>
        <p:nvSpPr>
          <p:cNvPr id="4" name="Numer slajdu"/>
          <p:cNvSpPr txBox="1"/>
          <p:nvPr/>
        </p:nvSpPr>
        <p:spPr>
          <a:xfrm>
            <a:off x="10788000" y="6426000"/>
            <a:ext cx="540000" cy="216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/>
            <a:r>
              <a:rPr sz="105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44</a:t>
            </a:r>
          </a:p>
        </p:txBody>
      </p:sp>
      <p:sp>
        <p:nvSpPr>
          <p:cNvPr id="5" name="Karta / tło (kolor z motywu)"/>
          <p:cNvSpPr/>
          <p:nvPr/>
        </p:nvSpPr>
        <p:spPr>
          <a:xfrm>
            <a:off x="864000" y="1908000"/>
            <a:ext cx="2373000" cy="4104000"/>
          </a:xfrm>
          <a:prstGeom prst="roundRect">
            <a:avLst>
              <a:gd name="adj" fmla="val 6826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Numer slajdu"/>
          <p:cNvSpPr txBox="1"/>
          <p:nvPr/>
        </p:nvSpPr>
        <p:spPr>
          <a:xfrm>
            <a:off x="1152000" y="2196000"/>
            <a:ext cx="2373000" cy="252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300" b="1" i="0" spc="100">
                <a:solidFill>
                  <a:schemeClr val="bg1">
                    <a:lumMod val="88000"/>
                  </a:schemeClr>
                </a:solidFill>
                <a:latin typeface="+mn-lt"/>
              </a:rPr>
              <a:t>01</a:t>
            </a:r>
          </a:p>
        </p:txBody>
      </p:sp>
      <p:sp>
        <p:nvSpPr>
          <p:cNvPr id="7" name="Tekst: 00%"/>
          <p:cNvSpPr txBox="1"/>
          <p:nvPr/>
        </p:nvSpPr>
        <p:spPr>
          <a:xfrm>
            <a:off x="1152000" y="2916000"/>
            <a:ext cx="1797000" cy="86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5400" b="0" i="0">
                <a:solidFill>
                  <a:schemeClr val="bg1"/>
                </a:solidFill>
                <a:latin typeface="+mj-lt"/>
              </a:rPr>
              <a:t>00%</a:t>
            </a:r>
          </a:p>
        </p:txBody>
      </p:sp>
      <p:sp>
        <p:nvSpPr>
          <p:cNvPr id="8" name="Tekst: [Argument 1]"/>
          <p:cNvSpPr txBox="1"/>
          <p:nvPr/>
        </p:nvSpPr>
        <p:spPr>
          <a:xfrm>
            <a:off x="1152000" y="3852000"/>
            <a:ext cx="1797000" cy="576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0"/>
              </a:lnSpc>
            </a:pPr>
            <a:r>
              <a:rPr sz="1600" b="1" i="0">
                <a:solidFill>
                  <a:schemeClr val="bg1"/>
                </a:solidFill>
                <a:latin typeface="+mn-lt"/>
              </a:rPr>
              <a:t>[Argument 1]</a:t>
            </a:r>
          </a:p>
        </p:txBody>
      </p:sp>
      <p:sp>
        <p:nvSpPr>
          <p:cNvPr id="9" name="Tekst: [Uzasadnienie z liczbą i źródłem]"/>
          <p:cNvSpPr txBox="1"/>
          <p:nvPr/>
        </p:nvSpPr>
        <p:spPr>
          <a:xfrm>
            <a:off x="1152000" y="4536000"/>
            <a:ext cx="1797000" cy="136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00"/>
              </a:lnSpc>
            </a:pPr>
            <a:r>
              <a:rPr sz="1300" b="0" i="0">
                <a:solidFill>
                  <a:schemeClr val="bg1">
                    <a:lumMod val="88000"/>
                  </a:schemeClr>
                </a:solidFill>
                <a:latin typeface="+mn-lt"/>
              </a:rPr>
              <a:t>[Uzasadnienie z liczbą i źródłem]</a:t>
            </a:r>
          </a:p>
        </p:txBody>
      </p:sp>
      <p:sp>
        <p:nvSpPr>
          <p:cNvPr id="10" name="Karta / tło (kolor z motywu)"/>
          <p:cNvSpPr/>
          <p:nvPr/>
        </p:nvSpPr>
        <p:spPr>
          <a:xfrm>
            <a:off x="3561000" y="1908000"/>
            <a:ext cx="2373000" cy="4104000"/>
          </a:xfrm>
          <a:prstGeom prst="roundRect">
            <a:avLst>
              <a:gd name="adj" fmla="val 6826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Numer slajdu"/>
          <p:cNvSpPr txBox="1"/>
          <p:nvPr/>
        </p:nvSpPr>
        <p:spPr>
          <a:xfrm>
            <a:off x="3849000" y="2196000"/>
            <a:ext cx="2373000" cy="252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300" b="1" i="0" spc="100">
                <a:solidFill>
                  <a:schemeClr val="accent5">
                    <a:lumMod val="70000"/>
                  </a:schemeClr>
                </a:solidFill>
                <a:latin typeface="+mn-lt"/>
              </a:rPr>
              <a:t>02</a:t>
            </a:r>
          </a:p>
        </p:txBody>
      </p:sp>
      <p:sp>
        <p:nvSpPr>
          <p:cNvPr id="12" name="Tekst: 00%"/>
          <p:cNvSpPr txBox="1"/>
          <p:nvPr/>
        </p:nvSpPr>
        <p:spPr>
          <a:xfrm>
            <a:off x="3849000" y="2916000"/>
            <a:ext cx="1797000" cy="86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5400" b="0" i="0">
                <a:solidFill>
                  <a:schemeClr val="accent1"/>
                </a:solidFill>
                <a:latin typeface="+mj-lt"/>
              </a:rPr>
              <a:t>00%</a:t>
            </a:r>
          </a:p>
        </p:txBody>
      </p:sp>
      <p:sp>
        <p:nvSpPr>
          <p:cNvPr id="13" name="Tekst: [Argument 2]"/>
          <p:cNvSpPr txBox="1"/>
          <p:nvPr/>
        </p:nvSpPr>
        <p:spPr>
          <a:xfrm>
            <a:off x="3849000" y="3852000"/>
            <a:ext cx="1797000" cy="576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0"/>
              </a:lnSpc>
            </a:pPr>
            <a:r>
              <a:rPr sz="1600" b="1" i="0">
                <a:solidFill>
                  <a:schemeClr val="tx1"/>
                </a:solidFill>
                <a:latin typeface="+mn-lt"/>
              </a:rPr>
              <a:t>[Argument 2]</a:t>
            </a:r>
          </a:p>
        </p:txBody>
      </p:sp>
      <p:sp>
        <p:nvSpPr>
          <p:cNvPr id="14" name="Tekst: [Uzasadnienie z liczbą i źródłem]"/>
          <p:cNvSpPr txBox="1"/>
          <p:nvPr/>
        </p:nvSpPr>
        <p:spPr>
          <a:xfrm>
            <a:off x="3849000" y="4536000"/>
            <a:ext cx="1797000" cy="136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00"/>
              </a:lnSpc>
            </a:pPr>
            <a:r>
              <a:rPr sz="13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[Uzasadnienie z liczbą i źródłem]</a:t>
            </a:r>
          </a:p>
        </p:txBody>
      </p:sp>
      <p:sp>
        <p:nvSpPr>
          <p:cNvPr id="15" name="Karta / tło (kolor z motywu)"/>
          <p:cNvSpPr/>
          <p:nvPr/>
        </p:nvSpPr>
        <p:spPr>
          <a:xfrm>
            <a:off x="6258000" y="1908000"/>
            <a:ext cx="2373000" cy="4104000"/>
          </a:xfrm>
          <a:prstGeom prst="roundRect">
            <a:avLst>
              <a:gd name="adj" fmla="val 6826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Numer slajdu"/>
          <p:cNvSpPr txBox="1"/>
          <p:nvPr/>
        </p:nvSpPr>
        <p:spPr>
          <a:xfrm>
            <a:off x="6546000" y="2196000"/>
            <a:ext cx="2373000" cy="252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300" b="1" i="0" spc="100">
                <a:solidFill>
                  <a:schemeClr val="accent5">
                    <a:lumMod val="70000"/>
                  </a:schemeClr>
                </a:solidFill>
                <a:latin typeface="+mn-lt"/>
              </a:rPr>
              <a:t>03</a:t>
            </a:r>
          </a:p>
        </p:txBody>
      </p:sp>
      <p:sp>
        <p:nvSpPr>
          <p:cNvPr id="17" name="Tekst: 00%"/>
          <p:cNvSpPr txBox="1"/>
          <p:nvPr/>
        </p:nvSpPr>
        <p:spPr>
          <a:xfrm>
            <a:off x="6546000" y="2916000"/>
            <a:ext cx="1797000" cy="86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5400" b="0" i="0">
                <a:solidFill>
                  <a:schemeClr val="accent1"/>
                </a:solidFill>
                <a:latin typeface="+mj-lt"/>
              </a:rPr>
              <a:t>00%</a:t>
            </a:r>
          </a:p>
        </p:txBody>
      </p:sp>
      <p:sp>
        <p:nvSpPr>
          <p:cNvPr id="18" name="Tekst: [Argument 3]"/>
          <p:cNvSpPr txBox="1"/>
          <p:nvPr/>
        </p:nvSpPr>
        <p:spPr>
          <a:xfrm>
            <a:off x="6546000" y="3852000"/>
            <a:ext cx="1797000" cy="576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0"/>
              </a:lnSpc>
            </a:pPr>
            <a:r>
              <a:rPr sz="1600" b="1" i="0">
                <a:solidFill>
                  <a:schemeClr val="tx1"/>
                </a:solidFill>
                <a:latin typeface="+mn-lt"/>
              </a:rPr>
              <a:t>[Argument 3]</a:t>
            </a:r>
          </a:p>
        </p:txBody>
      </p:sp>
      <p:sp>
        <p:nvSpPr>
          <p:cNvPr id="19" name="Tekst: [Uzasadnienie z liczbą i źródłem]"/>
          <p:cNvSpPr txBox="1"/>
          <p:nvPr/>
        </p:nvSpPr>
        <p:spPr>
          <a:xfrm>
            <a:off x="6546000" y="4536000"/>
            <a:ext cx="1797000" cy="136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00"/>
              </a:lnSpc>
            </a:pPr>
            <a:r>
              <a:rPr sz="13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[Uzasadnienie z liczbą i źródłem]</a:t>
            </a:r>
          </a:p>
        </p:txBody>
      </p:sp>
      <p:sp>
        <p:nvSpPr>
          <p:cNvPr id="20" name="Karta / tło (kolor z motywu)"/>
          <p:cNvSpPr/>
          <p:nvPr/>
        </p:nvSpPr>
        <p:spPr>
          <a:xfrm>
            <a:off x="8955000" y="1908000"/>
            <a:ext cx="2373000" cy="4104000"/>
          </a:xfrm>
          <a:prstGeom prst="roundRect">
            <a:avLst>
              <a:gd name="adj" fmla="val 6826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Numer slajdu"/>
          <p:cNvSpPr txBox="1"/>
          <p:nvPr/>
        </p:nvSpPr>
        <p:spPr>
          <a:xfrm>
            <a:off x="9243000" y="2196000"/>
            <a:ext cx="2373000" cy="252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300" b="1" i="0" spc="100">
                <a:solidFill>
                  <a:schemeClr val="accent5">
                    <a:lumMod val="70000"/>
                  </a:schemeClr>
                </a:solidFill>
                <a:latin typeface="+mn-lt"/>
              </a:rPr>
              <a:t>04</a:t>
            </a:r>
          </a:p>
        </p:txBody>
      </p:sp>
      <p:sp>
        <p:nvSpPr>
          <p:cNvPr id="22" name="Tekst: 00%"/>
          <p:cNvSpPr txBox="1"/>
          <p:nvPr/>
        </p:nvSpPr>
        <p:spPr>
          <a:xfrm>
            <a:off x="9243000" y="2916000"/>
            <a:ext cx="1797000" cy="86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5400" b="0" i="0">
                <a:solidFill>
                  <a:schemeClr val="accent1"/>
                </a:solidFill>
                <a:latin typeface="+mj-lt"/>
              </a:rPr>
              <a:t>00%</a:t>
            </a:r>
          </a:p>
        </p:txBody>
      </p:sp>
      <p:sp>
        <p:nvSpPr>
          <p:cNvPr id="23" name="Tekst: [Argument 4]"/>
          <p:cNvSpPr txBox="1"/>
          <p:nvPr/>
        </p:nvSpPr>
        <p:spPr>
          <a:xfrm>
            <a:off x="9243000" y="3852000"/>
            <a:ext cx="1797000" cy="576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0"/>
              </a:lnSpc>
            </a:pPr>
            <a:r>
              <a:rPr sz="1600" b="1" i="0">
                <a:solidFill>
                  <a:schemeClr val="tx1"/>
                </a:solidFill>
                <a:latin typeface="+mn-lt"/>
              </a:rPr>
              <a:t>[Argument 4]</a:t>
            </a:r>
          </a:p>
        </p:txBody>
      </p:sp>
      <p:sp>
        <p:nvSpPr>
          <p:cNvPr id="24" name="Tekst: [Uzasadnienie z liczbą i źródłem]"/>
          <p:cNvSpPr txBox="1"/>
          <p:nvPr/>
        </p:nvSpPr>
        <p:spPr>
          <a:xfrm>
            <a:off x="9243000" y="4536000"/>
            <a:ext cx="1797000" cy="136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00"/>
              </a:lnSpc>
            </a:pPr>
            <a:r>
              <a:rPr sz="13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[Uzasadnienie z liczbą i źródłem]</a:t>
            </a:r>
          </a:p>
        </p:txBody>
      </p:sp>
      <p:sp>
        <p:nvSpPr>
          <p:cNvPr id="25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kst: SLAJD 44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44 - do czego służy</a:t>
            </a:r>
          </a:p>
        </p:txBody>
      </p:sp>
      <p:sp>
        <p:nvSpPr>
          <p:cNvPr id="27" name="OPIS - tresc"/>
          <p:cNvSpPr/>
          <p:nvPr/>
        </p:nvSpPr>
        <p:spPr>
          <a:xfrm>
            <a:off x="12408000" y="522000"/>
            <a:ext cx="3060000" cy="10119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Tekst: Argumenty dla handlu: 3-4 powody, żeby w"/>
          <p:cNvSpPr txBox="1"/>
          <p:nvPr/>
        </p:nvSpPr>
        <p:spPr>
          <a:xfrm>
            <a:off x="12552000" y="666000"/>
            <a:ext cx="2772000" cy="10119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Argumenty dla handlu: 3-4 powody, żeby wprowadzić produkt. Pierwsza karta wyróżniona.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slajdu"/>
          <p:cNvSpPr txBox="1"/>
          <p:nvPr/>
        </p:nvSpPr>
        <p:spPr>
          <a:xfrm>
            <a:off x="864000" y="828000"/>
            <a:ext cx="9360000" cy="50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4000"/>
              </a:lnSpc>
            </a:pPr>
            <a:r>
              <a:rPr sz="4000" b="0" i="0">
                <a:solidFill>
                  <a:schemeClr val="tx1"/>
                </a:solidFill>
                <a:latin typeface="+mj-lt"/>
              </a:rPr>
              <a:t>Informacje logistyczne</a:t>
            </a:r>
          </a:p>
        </p:txBody>
      </p:sp>
      <p:pic>
        <p:nvPicPr>
          <p:cNvPr id="3" name="Logo marki" descr="logo_green_bo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4000" y="540000"/>
            <a:ext cx="684000" cy="504450"/>
          </a:xfrm>
          <a:prstGeom prst="rect">
            <a:avLst/>
          </a:prstGeom>
        </p:spPr>
      </p:pic>
      <p:sp>
        <p:nvSpPr>
          <p:cNvPr id="4" name="Numer slajdu"/>
          <p:cNvSpPr txBox="1"/>
          <p:nvPr/>
        </p:nvSpPr>
        <p:spPr>
          <a:xfrm>
            <a:off x="10788000" y="6426000"/>
            <a:ext cx="540000" cy="216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/>
            <a:r>
              <a:rPr sz="105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45</a:t>
            </a:r>
          </a:p>
        </p:txBody>
      </p:sp>
      <p:sp>
        <p:nvSpPr>
          <p:cNvPr id="5" name="Karta / tło (kolor z motywu)"/>
          <p:cNvSpPr/>
          <p:nvPr/>
        </p:nvSpPr>
        <p:spPr>
          <a:xfrm>
            <a:off x="864000" y="1908000"/>
            <a:ext cx="2373000" cy="1908000"/>
          </a:xfrm>
          <a:prstGeom prst="roundRect">
            <a:avLst>
              <a:gd name="adj" fmla="val 8490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kst: GRAMATURA"/>
          <p:cNvSpPr txBox="1"/>
          <p:nvPr/>
        </p:nvSpPr>
        <p:spPr>
          <a:xfrm>
            <a:off x="1188000" y="2196000"/>
            <a:ext cx="1725000" cy="252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200" b="1" i="0" spc="100">
                <a:solidFill>
                  <a:schemeClr val="accent5">
                    <a:lumMod val="70000"/>
                  </a:schemeClr>
                </a:solidFill>
                <a:latin typeface="+mn-lt"/>
              </a:rPr>
              <a:t>GRAMATURA</a:t>
            </a:r>
          </a:p>
        </p:txBody>
      </p:sp>
      <p:sp>
        <p:nvSpPr>
          <p:cNvPr id="7" name="Tekst: [wartość]"/>
          <p:cNvSpPr txBox="1"/>
          <p:nvPr/>
        </p:nvSpPr>
        <p:spPr>
          <a:xfrm>
            <a:off x="1188000" y="2520000"/>
            <a:ext cx="1725000" cy="104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3000" b="0" i="0">
                <a:solidFill>
                  <a:schemeClr val="tx1"/>
                </a:solidFill>
                <a:latin typeface="+mj-lt"/>
              </a:rPr>
              <a:t>[wartość]</a:t>
            </a:r>
          </a:p>
        </p:txBody>
      </p:sp>
      <p:sp>
        <p:nvSpPr>
          <p:cNvPr id="8" name="Karta / tło (kolor z motywu)"/>
          <p:cNvSpPr/>
          <p:nvPr/>
        </p:nvSpPr>
        <p:spPr>
          <a:xfrm>
            <a:off x="3561000" y="1908000"/>
            <a:ext cx="2373000" cy="1908000"/>
          </a:xfrm>
          <a:prstGeom prst="roundRect">
            <a:avLst>
              <a:gd name="adj" fmla="val 8490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kst: KARTON"/>
          <p:cNvSpPr txBox="1"/>
          <p:nvPr/>
        </p:nvSpPr>
        <p:spPr>
          <a:xfrm>
            <a:off x="3885000" y="2196000"/>
            <a:ext cx="1725000" cy="252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200" b="1" i="0" spc="100">
                <a:solidFill>
                  <a:schemeClr val="accent5">
                    <a:lumMod val="70000"/>
                  </a:schemeClr>
                </a:solidFill>
                <a:latin typeface="+mn-lt"/>
              </a:rPr>
              <a:t>KARTON</a:t>
            </a:r>
          </a:p>
        </p:txBody>
      </p:sp>
      <p:sp>
        <p:nvSpPr>
          <p:cNvPr id="10" name="Tekst: [wartość]"/>
          <p:cNvSpPr txBox="1"/>
          <p:nvPr/>
        </p:nvSpPr>
        <p:spPr>
          <a:xfrm>
            <a:off x="3885000" y="2520000"/>
            <a:ext cx="1725000" cy="104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3000" b="0" i="0">
                <a:solidFill>
                  <a:schemeClr val="tx1"/>
                </a:solidFill>
                <a:latin typeface="+mj-lt"/>
              </a:rPr>
              <a:t>[wartość]</a:t>
            </a:r>
          </a:p>
        </p:txBody>
      </p:sp>
      <p:sp>
        <p:nvSpPr>
          <p:cNvPr id="11" name="Karta / tło (kolor z motywu)"/>
          <p:cNvSpPr/>
          <p:nvPr/>
        </p:nvSpPr>
        <p:spPr>
          <a:xfrm>
            <a:off x="6258000" y="1908000"/>
            <a:ext cx="2373000" cy="1908000"/>
          </a:xfrm>
          <a:prstGeom prst="roundRect">
            <a:avLst>
              <a:gd name="adj" fmla="val 8490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kst: PALETA"/>
          <p:cNvSpPr txBox="1"/>
          <p:nvPr/>
        </p:nvSpPr>
        <p:spPr>
          <a:xfrm>
            <a:off x="6582000" y="2196000"/>
            <a:ext cx="1725000" cy="252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200" b="1" i="0" spc="100">
                <a:solidFill>
                  <a:schemeClr val="accent5">
                    <a:lumMod val="70000"/>
                  </a:schemeClr>
                </a:solidFill>
                <a:latin typeface="+mn-lt"/>
              </a:rPr>
              <a:t>PALETA</a:t>
            </a:r>
          </a:p>
        </p:txBody>
      </p:sp>
      <p:sp>
        <p:nvSpPr>
          <p:cNvPr id="13" name="Tekst: [wartość]"/>
          <p:cNvSpPr txBox="1"/>
          <p:nvPr/>
        </p:nvSpPr>
        <p:spPr>
          <a:xfrm>
            <a:off x="6582000" y="2520000"/>
            <a:ext cx="1725000" cy="104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3000" b="0" i="0">
                <a:solidFill>
                  <a:schemeClr val="tx1"/>
                </a:solidFill>
                <a:latin typeface="+mj-lt"/>
              </a:rPr>
              <a:t>[wartość]</a:t>
            </a:r>
          </a:p>
        </p:txBody>
      </p:sp>
      <p:sp>
        <p:nvSpPr>
          <p:cNvPr id="14" name="Karta / tło (kolor z motywu)"/>
          <p:cNvSpPr/>
          <p:nvPr/>
        </p:nvSpPr>
        <p:spPr>
          <a:xfrm>
            <a:off x="8955000" y="1908000"/>
            <a:ext cx="2373000" cy="1908000"/>
          </a:xfrm>
          <a:prstGeom prst="roundRect">
            <a:avLst>
              <a:gd name="adj" fmla="val 8490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kst: TERMIN"/>
          <p:cNvSpPr txBox="1"/>
          <p:nvPr/>
        </p:nvSpPr>
        <p:spPr>
          <a:xfrm>
            <a:off x="9279000" y="2196000"/>
            <a:ext cx="1725000" cy="252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200" b="1" i="0" spc="100">
                <a:solidFill>
                  <a:schemeClr val="accent5">
                    <a:lumMod val="70000"/>
                  </a:schemeClr>
                </a:solidFill>
                <a:latin typeface="+mn-lt"/>
              </a:rPr>
              <a:t>TERMIN</a:t>
            </a:r>
          </a:p>
        </p:txBody>
      </p:sp>
      <p:sp>
        <p:nvSpPr>
          <p:cNvPr id="16" name="Tekst: [wartość]"/>
          <p:cNvSpPr txBox="1"/>
          <p:nvPr/>
        </p:nvSpPr>
        <p:spPr>
          <a:xfrm>
            <a:off x="9279000" y="2520000"/>
            <a:ext cx="1725000" cy="104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3000" b="0" i="0">
                <a:solidFill>
                  <a:schemeClr val="tx1"/>
                </a:solidFill>
                <a:latin typeface="+mj-lt"/>
              </a:rPr>
              <a:t>[wartość]</a:t>
            </a:r>
          </a:p>
        </p:txBody>
      </p:sp>
      <p:sp>
        <p:nvSpPr>
          <p:cNvPr id="17" name="Karta / tło (kolor z motywu)"/>
          <p:cNvSpPr/>
          <p:nvPr/>
        </p:nvSpPr>
        <p:spPr>
          <a:xfrm>
            <a:off x="864000" y="4140000"/>
            <a:ext cx="2373000" cy="1908000"/>
          </a:xfrm>
          <a:prstGeom prst="roundRect">
            <a:avLst>
              <a:gd name="adj" fmla="val 8490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kst: PRZECHOWYWANIE"/>
          <p:cNvSpPr txBox="1"/>
          <p:nvPr/>
        </p:nvSpPr>
        <p:spPr>
          <a:xfrm>
            <a:off x="1188000" y="4428000"/>
            <a:ext cx="1725000" cy="252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200" b="1" i="0" spc="100">
                <a:solidFill>
                  <a:schemeClr val="accent5">
                    <a:lumMod val="70000"/>
                  </a:schemeClr>
                </a:solidFill>
                <a:latin typeface="+mn-lt"/>
              </a:rPr>
              <a:t>PRZECHOWYWANIE</a:t>
            </a:r>
          </a:p>
        </p:txBody>
      </p:sp>
      <p:sp>
        <p:nvSpPr>
          <p:cNvPr id="19" name="Tekst: [wartość]"/>
          <p:cNvSpPr txBox="1"/>
          <p:nvPr/>
        </p:nvSpPr>
        <p:spPr>
          <a:xfrm>
            <a:off x="1188000" y="4752000"/>
            <a:ext cx="1725000" cy="104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3000" b="0" i="0">
                <a:solidFill>
                  <a:schemeClr val="tx1"/>
                </a:solidFill>
                <a:latin typeface="+mj-lt"/>
              </a:rPr>
              <a:t>[wartość]</a:t>
            </a:r>
          </a:p>
        </p:txBody>
      </p:sp>
      <p:sp>
        <p:nvSpPr>
          <p:cNvPr id="20" name="Karta / tło (kolor z motywu)"/>
          <p:cNvSpPr/>
          <p:nvPr/>
        </p:nvSpPr>
        <p:spPr>
          <a:xfrm>
            <a:off x="3561000" y="4140000"/>
            <a:ext cx="2373000" cy="1908000"/>
          </a:xfrm>
          <a:prstGeom prst="roundRect">
            <a:avLst>
              <a:gd name="adj" fmla="val 8490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kst: INDEKS"/>
          <p:cNvSpPr txBox="1"/>
          <p:nvPr/>
        </p:nvSpPr>
        <p:spPr>
          <a:xfrm>
            <a:off x="3885000" y="4428000"/>
            <a:ext cx="1725000" cy="252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200" b="1" i="0" spc="100">
                <a:solidFill>
                  <a:schemeClr val="accent5">
                    <a:lumMod val="70000"/>
                  </a:schemeClr>
                </a:solidFill>
                <a:latin typeface="+mn-lt"/>
              </a:rPr>
              <a:t>INDEKS</a:t>
            </a:r>
          </a:p>
        </p:txBody>
      </p:sp>
      <p:sp>
        <p:nvSpPr>
          <p:cNvPr id="22" name="Tekst: [wartość]"/>
          <p:cNvSpPr txBox="1"/>
          <p:nvPr/>
        </p:nvSpPr>
        <p:spPr>
          <a:xfrm>
            <a:off x="3885000" y="4752000"/>
            <a:ext cx="1725000" cy="104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3000" b="0" i="0">
                <a:solidFill>
                  <a:schemeClr val="tx1"/>
                </a:solidFill>
                <a:latin typeface="+mj-lt"/>
              </a:rPr>
              <a:t>[wartość]</a:t>
            </a:r>
          </a:p>
        </p:txBody>
      </p:sp>
      <p:sp>
        <p:nvSpPr>
          <p:cNvPr id="23" name="Karta / tło (kolor z motywu)"/>
          <p:cNvSpPr/>
          <p:nvPr/>
        </p:nvSpPr>
        <p:spPr>
          <a:xfrm>
            <a:off x="6258000" y="4140000"/>
            <a:ext cx="2373000" cy="1908000"/>
          </a:xfrm>
          <a:prstGeom prst="roundRect">
            <a:avLst>
              <a:gd name="adj" fmla="val 8490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kst: EAN"/>
          <p:cNvSpPr txBox="1"/>
          <p:nvPr/>
        </p:nvSpPr>
        <p:spPr>
          <a:xfrm>
            <a:off x="6582000" y="4428000"/>
            <a:ext cx="1725000" cy="252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200" b="1" i="0" spc="100">
                <a:solidFill>
                  <a:schemeClr val="accent5">
                    <a:lumMod val="70000"/>
                  </a:schemeClr>
                </a:solidFill>
                <a:latin typeface="+mn-lt"/>
              </a:rPr>
              <a:t>EAN</a:t>
            </a:r>
          </a:p>
        </p:txBody>
      </p:sp>
      <p:sp>
        <p:nvSpPr>
          <p:cNvPr id="25" name="Tekst: [wartość]"/>
          <p:cNvSpPr txBox="1"/>
          <p:nvPr/>
        </p:nvSpPr>
        <p:spPr>
          <a:xfrm>
            <a:off x="6582000" y="4752000"/>
            <a:ext cx="1725000" cy="104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3000" b="0" i="0">
                <a:solidFill>
                  <a:schemeClr val="tx1"/>
                </a:solidFill>
                <a:latin typeface="+mj-lt"/>
              </a:rPr>
              <a:t>[wartość]</a:t>
            </a:r>
          </a:p>
        </p:txBody>
      </p:sp>
      <p:sp>
        <p:nvSpPr>
          <p:cNvPr id="26" name="Karta / tło (kolor z motywu)"/>
          <p:cNvSpPr/>
          <p:nvPr/>
        </p:nvSpPr>
        <p:spPr>
          <a:xfrm>
            <a:off x="8955000" y="4140000"/>
            <a:ext cx="2373000" cy="1908000"/>
          </a:xfrm>
          <a:prstGeom prst="roundRect">
            <a:avLst>
              <a:gd name="adj" fmla="val 8490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Tekst: DOSTĘPNOŚĆ"/>
          <p:cNvSpPr txBox="1"/>
          <p:nvPr/>
        </p:nvSpPr>
        <p:spPr>
          <a:xfrm>
            <a:off x="9279000" y="4428000"/>
            <a:ext cx="1725000" cy="252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200" b="1" i="0" spc="100">
                <a:solidFill>
                  <a:schemeClr val="accent5">
                    <a:lumMod val="70000"/>
                  </a:schemeClr>
                </a:solidFill>
                <a:latin typeface="+mn-lt"/>
              </a:rPr>
              <a:t>DOSTĘPNOŚĆ</a:t>
            </a:r>
          </a:p>
        </p:txBody>
      </p:sp>
      <p:sp>
        <p:nvSpPr>
          <p:cNvPr id="28" name="Tekst: [wartość]"/>
          <p:cNvSpPr txBox="1"/>
          <p:nvPr/>
        </p:nvSpPr>
        <p:spPr>
          <a:xfrm>
            <a:off x="9279000" y="4752000"/>
            <a:ext cx="1725000" cy="104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3000" b="0" i="0">
                <a:solidFill>
                  <a:schemeClr val="tx1"/>
                </a:solidFill>
                <a:latin typeface="+mj-lt"/>
              </a:rPr>
              <a:t>[wartość]</a:t>
            </a:r>
          </a:p>
        </p:txBody>
      </p:sp>
      <p:sp>
        <p:nvSpPr>
          <p:cNvPr id="29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Tekst: SLAJD 45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45 - do czego służy</a:t>
            </a:r>
          </a:p>
        </p:txBody>
      </p:sp>
      <p:sp>
        <p:nvSpPr>
          <p:cNvPr id="31" name="OPIS - tresc"/>
          <p:cNvSpPr/>
          <p:nvPr/>
        </p:nvSpPr>
        <p:spPr>
          <a:xfrm>
            <a:off x="12408000" y="522000"/>
            <a:ext cx="3060000" cy="10119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Tekst: Logistyka / fakty: siatka 4-8 kart warto"/>
          <p:cNvSpPr txBox="1"/>
          <p:nvPr/>
        </p:nvSpPr>
        <p:spPr>
          <a:xfrm>
            <a:off x="12552000" y="666000"/>
            <a:ext cx="2772000" cy="10119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Logistyka / fakty: siatka 4-8 kart wartość + etykieta (karton, paleta, termin, przechowywanie).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slajdu"/>
          <p:cNvSpPr txBox="1"/>
          <p:nvPr/>
        </p:nvSpPr>
        <p:spPr>
          <a:xfrm>
            <a:off x="864000" y="828000"/>
            <a:ext cx="9360000" cy="50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4000"/>
              </a:lnSpc>
            </a:pPr>
            <a:r>
              <a:rPr sz="4000" b="0" i="0">
                <a:solidFill>
                  <a:schemeClr val="tx1"/>
                </a:solidFill>
                <a:latin typeface="+mj-lt"/>
              </a:rPr>
              <a:t>[Tytuł slajdu]</a:t>
            </a:r>
          </a:p>
        </p:txBody>
      </p:sp>
      <p:pic>
        <p:nvPicPr>
          <p:cNvPr id="3" name="Logo marki" descr="logo_green_bo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4000" y="540000"/>
            <a:ext cx="684000" cy="504450"/>
          </a:xfrm>
          <a:prstGeom prst="rect">
            <a:avLst/>
          </a:prstGeom>
        </p:spPr>
      </p:pic>
      <p:sp>
        <p:nvSpPr>
          <p:cNvPr id="4" name="Numer slajdu"/>
          <p:cNvSpPr txBox="1"/>
          <p:nvPr/>
        </p:nvSpPr>
        <p:spPr>
          <a:xfrm>
            <a:off x="10788000" y="6426000"/>
            <a:ext cx="540000" cy="216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/>
            <a:r>
              <a:rPr sz="105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46</a:t>
            </a:r>
          </a:p>
        </p:txBody>
      </p:sp>
      <p:sp>
        <p:nvSpPr>
          <p:cNvPr id="5" name="Karta / tło (kolor z motywu)"/>
          <p:cNvSpPr/>
          <p:nvPr/>
        </p:nvSpPr>
        <p:spPr>
          <a:xfrm>
            <a:off x="864000" y="1908000"/>
            <a:ext cx="3272000" cy="4320000"/>
          </a:xfrm>
          <a:prstGeom prst="roundRect">
            <a:avLst>
              <a:gd name="adj" fmla="val 4951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6" name="tlo-zdjecie" descr="ph_1623_ZDJCIE.png"/>
          <p:cNvPicPr>
            <a:picLocks noChangeAspect="1"/>
          </p:cNvPicPr>
          <p:nvPr/>
        </p:nvPicPr>
        <p:blipFill>
          <a:blip r:embed="rId4"/>
          <a:srcRect l="25" r="25"/>
          <a:stretch>
            <a:fillRect/>
          </a:stretch>
        </p:blipFill>
        <p:spPr>
          <a:xfrm>
            <a:off x="864000" y="1908000"/>
            <a:ext cx="3272000" cy="2016000"/>
          </a:xfrm>
          <a:prstGeom prst="rect">
            <a:avLst/>
          </a:prstGeom>
        </p:spPr>
      </p:pic>
      <p:sp>
        <p:nvSpPr>
          <p:cNvPr id="7" name="Karta / tło (kolor z motywu)"/>
          <p:cNvSpPr/>
          <p:nvPr/>
        </p:nvSpPr>
        <p:spPr>
          <a:xfrm>
            <a:off x="1044000" y="2088000"/>
            <a:ext cx="1245680" cy="306000"/>
          </a:xfrm>
          <a:prstGeom prst="hexagon">
            <a:avLst>
              <a:gd name="adj" fmla="val 18000"/>
              <a:gd name="vf" fmla="val 11547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kst: [KANAŁ 1]"/>
          <p:cNvSpPr txBox="1"/>
          <p:nvPr/>
        </p:nvSpPr>
        <p:spPr>
          <a:xfrm>
            <a:off x="1044000" y="2088000"/>
            <a:ext cx="1245680" cy="306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100" b="1" i="0" spc="60">
                <a:solidFill>
                  <a:schemeClr val="bg1"/>
                </a:solidFill>
                <a:latin typeface="+mn-lt"/>
              </a:rPr>
              <a:t>[KANAŁ 1]</a:t>
            </a:r>
          </a:p>
        </p:txBody>
      </p:sp>
      <p:sp>
        <p:nvSpPr>
          <p:cNvPr id="9" name="Tekst: [Działanie 1]"/>
          <p:cNvSpPr txBox="1"/>
          <p:nvPr/>
        </p:nvSpPr>
        <p:spPr>
          <a:xfrm>
            <a:off x="1260000" y="4140000"/>
            <a:ext cx="2480000" cy="432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2200" b="0" i="0">
                <a:solidFill>
                  <a:schemeClr val="tx1"/>
                </a:solidFill>
                <a:latin typeface="+mj-lt"/>
              </a:rPr>
              <a:t>[Działanie 1]</a:t>
            </a:r>
          </a:p>
        </p:txBody>
      </p:sp>
      <p:sp>
        <p:nvSpPr>
          <p:cNvPr id="10" name="Tekst: [Krótki opis działania]"/>
          <p:cNvSpPr txBox="1"/>
          <p:nvPr/>
        </p:nvSpPr>
        <p:spPr>
          <a:xfrm>
            <a:off x="1260000" y="4572000"/>
            <a:ext cx="2480000" cy="1152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00"/>
              </a:lnSpc>
            </a:pPr>
            <a:r>
              <a:rPr sz="13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[Krótki opis działania]</a:t>
            </a:r>
          </a:p>
        </p:txBody>
      </p:sp>
      <p:sp>
        <p:nvSpPr>
          <p:cNvPr id="11" name="Karta / tło (kolor z motywu)"/>
          <p:cNvSpPr/>
          <p:nvPr/>
        </p:nvSpPr>
        <p:spPr>
          <a:xfrm>
            <a:off x="4460000" y="1908000"/>
            <a:ext cx="3272000" cy="4320000"/>
          </a:xfrm>
          <a:prstGeom prst="roundRect">
            <a:avLst>
              <a:gd name="adj" fmla="val 4951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2" name="tlo-zdjecie" descr="ph_1623_ZDJCIE.png"/>
          <p:cNvPicPr>
            <a:picLocks noChangeAspect="1"/>
          </p:cNvPicPr>
          <p:nvPr/>
        </p:nvPicPr>
        <p:blipFill>
          <a:blip r:embed="rId4"/>
          <a:srcRect l="25" r="25"/>
          <a:stretch>
            <a:fillRect/>
          </a:stretch>
        </p:blipFill>
        <p:spPr>
          <a:xfrm>
            <a:off x="4460000" y="1908000"/>
            <a:ext cx="3272000" cy="2016000"/>
          </a:xfrm>
          <a:prstGeom prst="rect">
            <a:avLst/>
          </a:prstGeom>
        </p:spPr>
      </p:pic>
      <p:sp>
        <p:nvSpPr>
          <p:cNvPr id="13" name="Karta / tło (kolor z motywu)"/>
          <p:cNvSpPr/>
          <p:nvPr/>
        </p:nvSpPr>
        <p:spPr>
          <a:xfrm>
            <a:off x="4640000" y="2088000"/>
            <a:ext cx="1245680" cy="306000"/>
          </a:xfrm>
          <a:prstGeom prst="hexagon">
            <a:avLst>
              <a:gd name="adj" fmla="val 18000"/>
              <a:gd name="vf" fmla="val 11547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kst: [KANAŁ 2]"/>
          <p:cNvSpPr txBox="1"/>
          <p:nvPr/>
        </p:nvSpPr>
        <p:spPr>
          <a:xfrm>
            <a:off x="4640000" y="2088000"/>
            <a:ext cx="1245680" cy="306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100" b="1" i="0" spc="60">
                <a:solidFill>
                  <a:schemeClr val="bg1"/>
                </a:solidFill>
                <a:latin typeface="+mn-lt"/>
              </a:rPr>
              <a:t>[KANAŁ 2]</a:t>
            </a:r>
          </a:p>
        </p:txBody>
      </p:sp>
      <p:sp>
        <p:nvSpPr>
          <p:cNvPr id="15" name="Tekst: [Działanie 2]"/>
          <p:cNvSpPr txBox="1"/>
          <p:nvPr/>
        </p:nvSpPr>
        <p:spPr>
          <a:xfrm>
            <a:off x="4856000" y="4140000"/>
            <a:ext cx="2480000" cy="432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2200" b="0" i="0">
                <a:solidFill>
                  <a:schemeClr val="tx1"/>
                </a:solidFill>
                <a:latin typeface="+mj-lt"/>
              </a:rPr>
              <a:t>[Działanie 2]</a:t>
            </a:r>
          </a:p>
        </p:txBody>
      </p:sp>
      <p:sp>
        <p:nvSpPr>
          <p:cNvPr id="16" name="Tekst: [Krótki opis działania]"/>
          <p:cNvSpPr txBox="1"/>
          <p:nvPr/>
        </p:nvSpPr>
        <p:spPr>
          <a:xfrm>
            <a:off x="4856000" y="4572000"/>
            <a:ext cx="2480000" cy="1152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00"/>
              </a:lnSpc>
            </a:pPr>
            <a:r>
              <a:rPr sz="13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[Krótki opis działania]</a:t>
            </a:r>
          </a:p>
        </p:txBody>
      </p:sp>
      <p:sp>
        <p:nvSpPr>
          <p:cNvPr id="17" name="Karta / tło (kolor z motywu)"/>
          <p:cNvSpPr/>
          <p:nvPr/>
        </p:nvSpPr>
        <p:spPr>
          <a:xfrm>
            <a:off x="8056000" y="1908000"/>
            <a:ext cx="3272000" cy="4320000"/>
          </a:xfrm>
          <a:prstGeom prst="roundRect">
            <a:avLst>
              <a:gd name="adj" fmla="val 4951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8" name="tlo-zdjecie" descr="ph_1623_ZDJCIE.png"/>
          <p:cNvPicPr>
            <a:picLocks noChangeAspect="1"/>
          </p:cNvPicPr>
          <p:nvPr/>
        </p:nvPicPr>
        <p:blipFill>
          <a:blip r:embed="rId4"/>
          <a:srcRect l="25" r="25"/>
          <a:stretch>
            <a:fillRect/>
          </a:stretch>
        </p:blipFill>
        <p:spPr>
          <a:xfrm>
            <a:off x="8056000" y="1908000"/>
            <a:ext cx="3272000" cy="2016000"/>
          </a:xfrm>
          <a:prstGeom prst="rect">
            <a:avLst/>
          </a:prstGeom>
        </p:spPr>
      </p:pic>
      <p:sp>
        <p:nvSpPr>
          <p:cNvPr id="19" name="Karta / tło (kolor z motywu)"/>
          <p:cNvSpPr/>
          <p:nvPr/>
        </p:nvSpPr>
        <p:spPr>
          <a:xfrm>
            <a:off x="8236000" y="2088000"/>
            <a:ext cx="1245680" cy="306000"/>
          </a:xfrm>
          <a:prstGeom prst="hexagon">
            <a:avLst>
              <a:gd name="adj" fmla="val 18000"/>
              <a:gd name="vf" fmla="val 11547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kst: [KANAŁ 3]"/>
          <p:cNvSpPr txBox="1"/>
          <p:nvPr/>
        </p:nvSpPr>
        <p:spPr>
          <a:xfrm>
            <a:off x="8236000" y="2088000"/>
            <a:ext cx="1245680" cy="306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100" b="1" i="0" spc="60">
                <a:solidFill>
                  <a:schemeClr val="bg1"/>
                </a:solidFill>
                <a:latin typeface="+mn-lt"/>
              </a:rPr>
              <a:t>[KANAŁ 3]</a:t>
            </a:r>
          </a:p>
        </p:txBody>
      </p:sp>
      <p:sp>
        <p:nvSpPr>
          <p:cNvPr id="21" name="Tekst: [Działanie 3]"/>
          <p:cNvSpPr txBox="1"/>
          <p:nvPr/>
        </p:nvSpPr>
        <p:spPr>
          <a:xfrm>
            <a:off x="8452000" y="4140000"/>
            <a:ext cx="2480000" cy="432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2200" b="0" i="0">
                <a:solidFill>
                  <a:schemeClr val="tx1"/>
                </a:solidFill>
                <a:latin typeface="+mj-lt"/>
              </a:rPr>
              <a:t>[Działanie 3]</a:t>
            </a:r>
          </a:p>
        </p:txBody>
      </p:sp>
      <p:sp>
        <p:nvSpPr>
          <p:cNvPr id="22" name="Tekst: [Krótki opis działania]"/>
          <p:cNvSpPr txBox="1"/>
          <p:nvPr/>
        </p:nvSpPr>
        <p:spPr>
          <a:xfrm>
            <a:off x="8452000" y="4572000"/>
            <a:ext cx="2480000" cy="1152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00"/>
              </a:lnSpc>
            </a:pPr>
            <a:r>
              <a:rPr sz="13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[Krótki opis działania]</a:t>
            </a:r>
          </a:p>
        </p:txBody>
      </p:sp>
      <p:sp>
        <p:nvSpPr>
          <p:cNvPr id="23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kst: SLAJD 46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46 - do czego służy</a:t>
            </a:r>
          </a:p>
        </p:txBody>
      </p:sp>
      <p:sp>
        <p:nvSpPr>
          <p:cNvPr id="25" name="OPIS - tresc"/>
          <p:cNvSpPr/>
          <p:nvPr/>
        </p:nvSpPr>
        <p:spPr>
          <a:xfrm>
            <a:off x="12408000" y="522000"/>
            <a:ext cx="3060000" cy="10119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kst: Karty ze zdjęciem: wsparcie marketingowe"/>
          <p:cNvSpPr txBox="1"/>
          <p:nvPr/>
        </p:nvSpPr>
        <p:spPr>
          <a:xfrm>
            <a:off x="12552000" y="666000"/>
            <a:ext cx="2772000" cy="10119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Karty ze zdjęciem: wsparcie marketingowe, materiały POS, kanały komunikacji.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slajdu"/>
          <p:cNvSpPr txBox="1"/>
          <p:nvPr/>
        </p:nvSpPr>
        <p:spPr>
          <a:xfrm>
            <a:off x="864000" y="828000"/>
            <a:ext cx="9360000" cy="50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4000"/>
              </a:lnSpc>
            </a:pPr>
            <a:r>
              <a:rPr sz="4000" b="0" i="0">
                <a:solidFill>
                  <a:schemeClr val="tx1"/>
                </a:solidFill>
                <a:latin typeface="+mj-lt"/>
              </a:rPr>
              <a:t>Porozmawiajmy</a:t>
            </a:r>
          </a:p>
        </p:txBody>
      </p:sp>
      <p:pic>
        <p:nvPicPr>
          <p:cNvPr id="3" name="Logo marki" descr="logo_green_bo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4000" y="540000"/>
            <a:ext cx="684000" cy="504450"/>
          </a:xfrm>
          <a:prstGeom prst="rect">
            <a:avLst/>
          </a:prstGeom>
        </p:spPr>
      </p:pic>
      <p:sp>
        <p:nvSpPr>
          <p:cNvPr id="4" name="Numer slajdu"/>
          <p:cNvSpPr txBox="1"/>
          <p:nvPr/>
        </p:nvSpPr>
        <p:spPr>
          <a:xfrm>
            <a:off x="10788000" y="6426000"/>
            <a:ext cx="540000" cy="216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/>
            <a:r>
              <a:rPr sz="105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47</a:t>
            </a:r>
          </a:p>
        </p:txBody>
      </p:sp>
      <p:pic>
        <p:nvPicPr>
          <p:cNvPr id="5" name="Zdjęcie - prawy klik: Zmień obraz (rogi i rozmiar zostają)" descr="ph_1000_ZDJCI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4000" y="1872000"/>
            <a:ext cx="3060000" cy="3060000"/>
          </a:xfrm>
          <a:prstGeom prst="ellipse">
            <a:avLst/>
          </a:prstGeom>
        </p:spPr>
      </p:pic>
      <p:sp>
        <p:nvSpPr>
          <p:cNvPr id="6" name="Tekst: [Imię Nazwisko]"/>
          <p:cNvSpPr txBox="1"/>
          <p:nvPr/>
        </p:nvSpPr>
        <p:spPr>
          <a:xfrm>
            <a:off x="4860000" y="2160000"/>
            <a:ext cx="6480000" cy="64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4400" b="0" i="0">
                <a:solidFill>
                  <a:schemeClr val="tx1"/>
                </a:solidFill>
                <a:latin typeface="+mj-lt"/>
              </a:rPr>
              <a:t>[Imię Nazwisko]</a:t>
            </a:r>
          </a:p>
        </p:txBody>
      </p:sp>
      <p:sp>
        <p:nvSpPr>
          <p:cNvPr id="7" name="Tekst: [Stanowisko]"/>
          <p:cNvSpPr txBox="1"/>
          <p:nvPr/>
        </p:nvSpPr>
        <p:spPr>
          <a:xfrm>
            <a:off x="4860000" y="2880000"/>
            <a:ext cx="6480000" cy="32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80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[Stanowisko]</a:t>
            </a:r>
          </a:p>
        </p:txBody>
      </p:sp>
      <p:sp>
        <p:nvSpPr>
          <p:cNvPr id="8" name="Tekst: TELEFON"/>
          <p:cNvSpPr txBox="1"/>
          <p:nvPr/>
        </p:nvSpPr>
        <p:spPr>
          <a:xfrm>
            <a:off x="4860000" y="3528000"/>
            <a:ext cx="1440000" cy="28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200" b="1" i="0" spc="100">
                <a:solidFill>
                  <a:schemeClr val="accent5">
                    <a:lumMod val="70000"/>
                  </a:schemeClr>
                </a:solidFill>
                <a:latin typeface="+mn-lt"/>
              </a:rPr>
              <a:t>TELEFON</a:t>
            </a:r>
          </a:p>
        </p:txBody>
      </p:sp>
      <p:sp>
        <p:nvSpPr>
          <p:cNvPr id="9" name="Tekst: [+48 000 000 000]"/>
          <p:cNvSpPr txBox="1"/>
          <p:nvPr/>
        </p:nvSpPr>
        <p:spPr>
          <a:xfrm>
            <a:off x="6156000" y="3492000"/>
            <a:ext cx="5040000" cy="32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800" b="0" i="0">
                <a:solidFill>
                  <a:schemeClr val="tx1"/>
                </a:solidFill>
                <a:latin typeface="+mn-lt"/>
              </a:rPr>
              <a:t>[+48 000 000 000]</a:t>
            </a:r>
          </a:p>
        </p:txBody>
      </p:sp>
      <p:sp>
        <p:nvSpPr>
          <p:cNvPr id="10" name="Tekst: E-MAIL"/>
          <p:cNvSpPr txBox="1"/>
          <p:nvPr/>
        </p:nvSpPr>
        <p:spPr>
          <a:xfrm>
            <a:off x="4860000" y="3924000"/>
            <a:ext cx="1440000" cy="28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200" b="1" i="0" spc="100">
                <a:solidFill>
                  <a:schemeClr val="accent5">
                    <a:lumMod val="70000"/>
                  </a:schemeClr>
                </a:solidFill>
                <a:latin typeface="+mn-lt"/>
              </a:rPr>
              <a:t>E-MAIL</a:t>
            </a:r>
          </a:p>
        </p:txBody>
      </p:sp>
      <p:sp>
        <p:nvSpPr>
          <p:cNvPr id="11" name="Tekst: [imie.nazwisko@dobrakaloria.pl]"/>
          <p:cNvSpPr txBox="1"/>
          <p:nvPr/>
        </p:nvSpPr>
        <p:spPr>
          <a:xfrm>
            <a:off x="6156000" y="3888000"/>
            <a:ext cx="5040000" cy="32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800" b="0" i="0">
                <a:solidFill>
                  <a:schemeClr val="tx1"/>
                </a:solidFill>
                <a:latin typeface="+mn-lt"/>
              </a:rPr>
              <a:t>[imie.nazwisko@dobrakaloria.pl]</a:t>
            </a:r>
          </a:p>
        </p:txBody>
      </p:sp>
      <p:sp>
        <p:nvSpPr>
          <p:cNvPr id="12" name="Tekst: WWW"/>
          <p:cNvSpPr txBox="1"/>
          <p:nvPr/>
        </p:nvSpPr>
        <p:spPr>
          <a:xfrm>
            <a:off x="4860000" y="4320000"/>
            <a:ext cx="1440000" cy="28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200" b="1" i="0" spc="100">
                <a:solidFill>
                  <a:schemeClr val="accent5">
                    <a:lumMod val="70000"/>
                  </a:schemeClr>
                </a:solidFill>
                <a:latin typeface="+mn-lt"/>
              </a:rPr>
              <a:t>WWW</a:t>
            </a:r>
          </a:p>
        </p:txBody>
      </p:sp>
      <p:sp>
        <p:nvSpPr>
          <p:cNvPr id="13" name="Tekst: dobrakaloria.pl"/>
          <p:cNvSpPr txBox="1"/>
          <p:nvPr/>
        </p:nvSpPr>
        <p:spPr>
          <a:xfrm>
            <a:off x="6156000" y="4284000"/>
            <a:ext cx="5040000" cy="32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800" b="0" i="0">
                <a:solidFill>
                  <a:schemeClr val="tx1"/>
                </a:solidFill>
                <a:latin typeface="+mn-lt"/>
              </a:rPr>
              <a:t>dobrakaloria.pl</a:t>
            </a:r>
          </a:p>
        </p:txBody>
      </p:sp>
      <p:sp>
        <p:nvSpPr>
          <p:cNvPr id="14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kst: SLAJD 47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47 - do czego służy</a:t>
            </a:r>
          </a:p>
        </p:txBody>
      </p:sp>
      <p:sp>
        <p:nvSpPr>
          <p:cNvPr id="16" name="OPIS - tresc"/>
          <p:cNvSpPr/>
          <p:nvPr/>
        </p:nvSpPr>
        <p:spPr>
          <a:xfrm>
            <a:off x="12408000" y="522000"/>
            <a:ext cx="3060000" cy="10119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kst: Osoba kontaktowa: zdjęcie, imię, rola, t"/>
          <p:cNvSpPr txBox="1"/>
          <p:nvPr/>
        </p:nvSpPr>
        <p:spPr>
          <a:xfrm>
            <a:off x="12552000" y="666000"/>
            <a:ext cx="2772000" cy="10119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Osoba kontaktowa: zdjęcie, imię, rola, telefon, e-mail. Na koniec spotkania handlowego.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ilm YouTube (link) - prawy klik: Edytuj link / Zmień obraz" descr="yt_Jk7RAkFN4vk.jp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Film - przycisk play (link)">
            <a:hlinkClick r:id="rId3"/>
          </p:cNvPr>
          <p:cNvSpPr/>
          <p:nvPr/>
        </p:nvSpPr>
        <p:spPr>
          <a:xfrm>
            <a:off x="5273040" y="2606040"/>
            <a:ext cx="1645920" cy="16459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Film - trojkat play (link)">
            <a:hlinkClick r:id="rId3"/>
          </p:cNvPr>
          <p:cNvSpPr/>
          <p:nvPr/>
        </p:nvSpPr>
        <p:spPr>
          <a:xfrm rot="5400000">
            <a:off x="5882030" y="3083356"/>
            <a:ext cx="592531" cy="691286"/>
          </a:xfrm>
          <a:prstGeom prst="triangle">
            <a:avLst/>
          </a:prstGeom>
          <a:solidFill>
            <a:srgbClr val="0F7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Film - podpis (link)">
            <a:hlinkClick r:id="rId3"/>
          </p:cNvPr>
          <p:cNvSpPr/>
          <p:nvPr/>
        </p:nvSpPr>
        <p:spPr>
          <a:xfrm>
            <a:off x="4511990" y="6354000"/>
            <a:ext cx="3168020" cy="342000"/>
          </a:xfrm>
          <a:prstGeom prst="roundRect">
            <a:avLst>
              <a:gd name="adj" fmla="val 50000"/>
            </a:avLst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+mn-lt"/>
              </a:rPr>
              <a:t>Kliknij - film otworzy się na YouTube</a:t>
            </a:r>
          </a:p>
        </p:txBody>
      </p:sp>
      <p:sp>
        <p:nvSpPr>
          <p:cNvPr id="6" name="Karta / tło (kolor z motywu)"/>
          <p:cNvSpPr/>
          <p:nvPr/>
        </p:nvSpPr>
        <p:spPr>
          <a:xfrm>
            <a:off x="864000" y="5058000"/>
            <a:ext cx="4320000" cy="936000"/>
          </a:xfrm>
          <a:prstGeom prst="roundRect">
            <a:avLst>
              <a:gd name="adj" fmla="val 17307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kst: [Tytuł filmu]"/>
          <p:cNvSpPr txBox="1"/>
          <p:nvPr/>
        </p:nvSpPr>
        <p:spPr>
          <a:xfrm>
            <a:off x="1152000" y="5238000"/>
            <a:ext cx="3744000" cy="432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2200" b="0" i="0">
                <a:solidFill>
                  <a:schemeClr val="tx1"/>
                </a:solidFill>
                <a:latin typeface="+mj-lt"/>
              </a:rPr>
              <a:t>[Tytuł filmu]</a:t>
            </a:r>
          </a:p>
        </p:txBody>
      </p:sp>
      <p:sp>
        <p:nvSpPr>
          <p:cNvPr id="8" name="Tekst: [Jedno zdanie: co pokazuje film]"/>
          <p:cNvSpPr txBox="1"/>
          <p:nvPr/>
        </p:nvSpPr>
        <p:spPr>
          <a:xfrm>
            <a:off x="1152000" y="5634000"/>
            <a:ext cx="3744000" cy="252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3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[Jedno zdanie: co pokazuje film]</a:t>
            </a:r>
          </a:p>
        </p:txBody>
      </p:sp>
      <p:sp>
        <p:nvSpPr>
          <p:cNvPr id="9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kst: SLAJD 48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48 - do czego służy</a:t>
            </a:r>
          </a:p>
        </p:txBody>
      </p:sp>
      <p:sp>
        <p:nvSpPr>
          <p:cNvPr id="11" name="OPIS - tresc"/>
          <p:cNvSpPr/>
          <p:nvPr/>
        </p:nvSpPr>
        <p:spPr>
          <a:xfrm>
            <a:off x="12408000" y="522000"/>
            <a:ext cx="3060000" cy="19771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kst: FILM na cały slajd: spot, film produktow"/>
          <p:cNvSpPr txBox="1"/>
          <p:nvPr/>
        </p:nvSpPr>
        <p:spPr>
          <a:xfrm>
            <a:off x="12552000" y="666000"/>
            <a:ext cx="2772000" cy="19771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FILM na cały slajd: spot, film produktowy, relacja z eventu.</a:t>
            </a:r>
          </a:p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W pokazie film odtworzy się po kliknięciu. Wstaw: Wstawianie &gt; Wideo &gt; To urządzenie, rozciągnij na cały slajd, usuń przykładową miniaturę. Film z YouTube: prawy klik &gt; Edytuj link.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slajdu"/>
          <p:cNvSpPr txBox="1"/>
          <p:nvPr/>
        </p:nvSpPr>
        <p:spPr>
          <a:xfrm>
            <a:off x="864000" y="828000"/>
            <a:ext cx="9360000" cy="50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4000"/>
              </a:lnSpc>
            </a:pPr>
            <a:r>
              <a:rPr sz="4000" b="0" i="0">
                <a:solidFill>
                  <a:schemeClr val="tx1"/>
                </a:solidFill>
                <a:latin typeface="+mj-lt"/>
              </a:rPr>
              <a:t>[Tytuł: co dobrego w składniku]</a:t>
            </a:r>
          </a:p>
        </p:txBody>
      </p:sp>
      <p:pic>
        <p:nvPicPr>
          <p:cNvPr id="3" name="Logo marki" descr="logo_green_bo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4000" y="540000"/>
            <a:ext cx="684000" cy="504450"/>
          </a:xfrm>
          <a:prstGeom prst="rect">
            <a:avLst/>
          </a:prstGeom>
        </p:spPr>
      </p:pic>
      <p:sp>
        <p:nvSpPr>
          <p:cNvPr id="4" name="Numer slajdu"/>
          <p:cNvSpPr txBox="1"/>
          <p:nvPr/>
        </p:nvSpPr>
        <p:spPr>
          <a:xfrm>
            <a:off x="10788000" y="6426000"/>
            <a:ext cx="540000" cy="216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/>
            <a:r>
              <a:rPr sz="105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49</a:t>
            </a:r>
          </a:p>
        </p:txBody>
      </p:sp>
      <p:sp>
        <p:nvSpPr>
          <p:cNvPr id="5" name="Karta / tło (kolor z motywu)"/>
          <p:cNvSpPr/>
          <p:nvPr/>
        </p:nvSpPr>
        <p:spPr>
          <a:xfrm>
            <a:off x="864000" y="1656000"/>
            <a:ext cx="4157399" cy="4572000"/>
          </a:xfrm>
          <a:prstGeom prst="roundRect">
            <a:avLst>
              <a:gd name="adj" fmla="val 3896"/>
            </a:avLst>
          </a:prstGeom>
          <a:solidFill>
            <a:schemeClr val="bg1"/>
          </a:solidFill>
          <a:ln w="12700">
            <a:solidFill>
              <a:schemeClr val="accent3">
                <a:lumMod val="9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Karta / tło (kolor z motywu)"/>
          <p:cNvSpPr/>
          <p:nvPr/>
        </p:nvSpPr>
        <p:spPr>
          <a:xfrm>
            <a:off x="5345400" y="1656000"/>
            <a:ext cx="5982600" cy="4572000"/>
          </a:xfrm>
          <a:prstGeom prst="roundRect">
            <a:avLst>
              <a:gd name="adj" fmla="val 3543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7" name="Ikona / grafika - prawy klik: Zmień obraz" descr="p_kulka_ugryz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66694" y="2394300"/>
            <a:ext cx="1352011" cy="1296000"/>
          </a:xfrm>
          <a:prstGeom prst="rect">
            <a:avLst/>
          </a:prstGeom>
        </p:spPr>
      </p:pic>
      <p:sp>
        <p:nvSpPr>
          <p:cNvPr id="8" name="Tekst: [Claim: np. 1 g składnika w porcji]"/>
          <p:cNvSpPr txBox="1"/>
          <p:nvPr/>
        </p:nvSpPr>
        <p:spPr>
          <a:xfrm>
            <a:off x="1224000" y="3978300"/>
            <a:ext cx="3437399" cy="762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3000"/>
              </a:lnSpc>
            </a:pPr>
            <a:r>
              <a:rPr sz="3000" b="0" i="0">
                <a:solidFill>
                  <a:schemeClr val="accent1"/>
                </a:solidFill>
                <a:latin typeface="+mj-lt"/>
              </a:rPr>
              <a:t>[Claim: np. 1 g</a:t>
            </a:r>
          </a:p>
          <a:p>
            <a:pPr algn="ctr">
              <a:lnSpc>
                <a:spcPts val="3000"/>
              </a:lnSpc>
            </a:pPr>
            <a:r>
              <a:rPr sz="3000" b="0" i="0">
                <a:solidFill>
                  <a:schemeClr val="accent1"/>
                </a:solidFill>
                <a:latin typeface="+mj-lt"/>
              </a:rPr>
              <a:t>składnika w porcji]</a:t>
            </a:r>
          </a:p>
        </p:txBody>
      </p:sp>
      <p:sp>
        <p:nvSpPr>
          <p:cNvPr id="9" name="Tekst: [1-2 zdania: dlaczego ten składnik jest "/>
          <p:cNvSpPr txBox="1"/>
          <p:nvPr/>
        </p:nvSpPr>
        <p:spPr>
          <a:xfrm>
            <a:off x="1224000" y="4956300"/>
            <a:ext cx="3437399" cy="533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2100"/>
              </a:lnSpc>
            </a:pPr>
            <a:r>
              <a:rPr sz="15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[1-2 zdania: dlaczego ten składnik jest ważny dla odbiorcy.]</a:t>
            </a:r>
          </a:p>
        </p:txBody>
      </p:sp>
      <p:sp>
        <p:nvSpPr>
          <p:cNvPr id="10" name="Tekst: [Zaproszenie do filmu / podcastu: tytuł "/>
          <p:cNvSpPr txBox="1"/>
          <p:nvPr/>
        </p:nvSpPr>
        <p:spPr>
          <a:xfrm>
            <a:off x="5705400" y="2016000"/>
            <a:ext cx="5262600" cy="533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0"/>
              </a:lnSpc>
            </a:pPr>
            <a:r>
              <a:rPr sz="2000" b="0" i="0">
                <a:solidFill>
                  <a:schemeClr val="accent5"/>
                </a:solidFill>
                <a:latin typeface="+mj-lt"/>
              </a:rPr>
              <a:t>[Zaproszenie do filmu /</a:t>
            </a:r>
          </a:p>
          <a:p>
            <a:pPr algn="l">
              <a:lnSpc>
                <a:spcPts val="2100"/>
              </a:lnSpc>
            </a:pPr>
            <a:r>
              <a:rPr sz="2000" b="0" i="0">
                <a:solidFill>
                  <a:schemeClr val="accent5"/>
                </a:solidFill>
                <a:latin typeface="+mj-lt"/>
              </a:rPr>
              <a:t>podcastu: tytuł i o czym jest]</a:t>
            </a:r>
          </a:p>
        </p:txBody>
      </p:sp>
      <p:pic>
        <p:nvPicPr>
          <p:cNvPr id="11" name="Film YouTube (link) - prawy klik: Edytuj link / Zmień obraz" descr="yt_Jk7RAkFN4vk.jpg">
            <a:hlinkClick r:id="rId5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05400" y="2765400"/>
            <a:ext cx="5262600" cy="2960212"/>
          </a:xfrm>
          <a:prstGeom prst="roundRect">
            <a:avLst>
              <a:gd name="adj" fmla="val 5472"/>
            </a:avLst>
          </a:prstGeom>
        </p:spPr>
      </p:pic>
      <p:sp>
        <p:nvSpPr>
          <p:cNvPr id="12" name="Film - przycisk play (link)">
            <a:hlinkClick r:id="rId5"/>
          </p:cNvPr>
          <p:cNvSpPr/>
          <p:nvPr/>
        </p:nvSpPr>
        <p:spPr>
          <a:xfrm>
            <a:off x="7981474" y="3890280"/>
            <a:ext cx="710451" cy="710451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Film - trojkat play (link)">
            <a:hlinkClick r:id="rId5"/>
          </p:cNvPr>
          <p:cNvSpPr/>
          <p:nvPr/>
        </p:nvSpPr>
        <p:spPr>
          <a:xfrm rot="5400000">
            <a:off x="8244341" y="4096311"/>
            <a:ext cx="255762" cy="298389"/>
          </a:xfrm>
          <a:prstGeom prst="triangle">
            <a:avLst/>
          </a:prstGeom>
          <a:solidFill>
            <a:srgbClr val="0F7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Film - podpis (link)">
            <a:hlinkClick r:id="rId5"/>
          </p:cNvPr>
          <p:cNvSpPr/>
          <p:nvPr/>
        </p:nvSpPr>
        <p:spPr>
          <a:xfrm>
            <a:off x="6752690" y="5221612"/>
            <a:ext cx="3168020" cy="342000"/>
          </a:xfrm>
          <a:prstGeom prst="roundRect">
            <a:avLst>
              <a:gd name="adj" fmla="val 50000"/>
            </a:avLst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+mn-lt"/>
              </a:rPr>
              <a:t>Kliknij - film otworzy się na YouTube</a:t>
            </a:r>
          </a:p>
        </p:txBody>
      </p:sp>
      <p:sp>
        <p:nvSpPr>
          <p:cNvPr id="15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kst: SLAJD 49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49 - do czego służy</a:t>
            </a:r>
          </a:p>
        </p:txBody>
      </p:sp>
      <p:sp>
        <p:nvSpPr>
          <p:cNvPr id="17" name="OPIS - tresc"/>
          <p:cNvSpPr/>
          <p:nvPr/>
        </p:nvSpPr>
        <p:spPr>
          <a:xfrm>
            <a:off x="12408000" y="522000"/>
            <a:ext cx="3060000" cy="22184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kst: CLAIM + FILM (wzór z 29.09, 'Co dobrego "/>
          <p:cNvSpPr txBox="1"/>
          <p:nvPr/>
        </p:nvSpPr>
        <p:spPr>
          <a:xfrm>
            <a:off x="12552000" y="666000"/>
            <a:ext cx="2772000" cy="2218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CLAIM + FILM (wzór z 29.09, 'Co dobrego w kreatynie'): po lewej element produktu, zielony claim i opis; po prawej tytuł i film YouTube (zaokrąglona miniatura, play, podpis) - w pokazie klik otwiera film. Swój film: prawy klik &gt; Edytuj link na miniaturze, przycisku i podpisie; miniatura: Zmień obraz.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 marki" descr="logo_green_bo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4000" y="540000"/>
            <a:ext cx="684000" cy="504450"/>
          </a:xfrm>
          <a:prstGeom prst="rect">
            <a:avLst/>
          </a:prstGeom>
        </p:spPr>
      </p:pic>
      <p:sp>
        <p:nvSpPr>
          <p:cNvPr id="3" name="Numer slajdu"/>
          <p:cNvSpPr txBox="1"/>
          <p:nvPr/>
        </p:nvSpPr>
        <p:spPr>
          <a:xfrm>
            <a:off x="10788000" y="6426000"/>
            <a:ext cx="540000" cy="216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/>
            <a:r>
              <a:rPr sz="105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50</a:t>
            </a:r>
          </a:p>
        </p:txBody>
      </p:sp>
      <p:pic>
        <p:nvPicPr>
          <p:cNvPr id="4" name="Film YouTube (link) - prawy klik: Edytuj link / Zmień obraz" descr="yt_Jk7RAkFN4vk.jpg">
            <a:hlinkClick r:id="rId4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4320" y="1721340"/>
            <a:ext cx="6583680" cy="3703320"/>
          </a:xfrm>
          <a:prstGeom prst="roundRect">
            <a:avLst>
              <a:gd name="adj" fmla="val 4374"/>
            </a:avLst>
          </a:prstGeom>
        </p:spPr>
      </p:pic>
      <p:sp>
        <p:nvSpPr>
          <p:cNvPr id="5" name="Film - przycisk play (link)">
            <a:hlinkClick r:id="rId4"/>
          </p:cNvPr>
          <p:cNvSpPr/>
          <p:nvPr/>
        </p:nvSpPr>
        <p:spPr>
          <a:xfrm>
            <a:off x="7591761" y="3128601"/>
            <a:ext cx="888796" cy="88879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Film - trojkat play (link)">
            <a:hlinkClick r:id="rId4"/>
          </p:cNvPr>
          <p:cNvSpPr/>
          <p:nvPr/>
        </p:nvSpPr>
        <p:spPr>
          <a:xfrm rot="5400000">
            <a:off x="7920616" y="3386352"/>
            <a:ext cx="319966" cy="373294"/>
          </a:xfrm>
          <a:prstGeom prst="triangle">
            <a:avLst/>
          </a:prstGeom>
          <a:solidFill>
            <a:srgbClr val="0F7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Film - podpis (link)">
            <a:hlinkClick r:id="rId4"/>
          </p:cNvPr>
          <p:cNvSpPr/>
          <p:nvPr/>
        </p:nvSpPr>
        <p:spPr>
          <a:xfrm>
            <a:off x="6452150" y="4920660"/>
            <a:ext cx="3168020" cy="342000"/>
          </a:xfrm>
          <a:prstGeom prst="roundRect">
            <a:avLst>
              <a:gd name="adj" fmla="val 50000"/>
            </a:avLst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+mn-lt"/>
              </a:rPr>
              <a:t>Kliknij - film otworzy się na YouTube</a:t>
            </a:r>
          </a:p>
        </p:txBody>
      </p:sp>
      <p:sp>
        <p:nvSpPr>
          <p:cNvPr id="8" name="Tytuł slajdu"/>
          <p:cNvSpPr txBox="1"/>
          <p:nvPr/>
        </p:nvSpPr>
        <p:spPr>
          <a:xfrm>
            <a:off x="864000" y="1721340"/>
            <a:ext cx="3304320" cy="50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920"/>
              </a:lnSpc>
            </a:pPr>
            <a:r>
              <a:rPr sz="4000" b="0" i="0">
                <a:solidFill>
                  <a:schemeClr val="tx1"/>
                </a:solidFill>
                <a:latin typeface="+mj-lt"/>
              </a:rPr>
              <a:t>[Tytuł slajdu]</a:t>
            </a:r>
          </a:p>
        </p:txBody>
      </p:sp>
      <p:sp>
        <p:nvSpPr>
          <p:cNvPr id="9" name="Tekst: [2-3 zdania: co widać w filmie i po co g"/>
          <p:cNvSpPr txBox="1"/>
          <p:nvPr/>
        </p:nvSpPr>
        <p:spPr>
          <a:xfrm>
            <a:off x="864000" y="2381180"/>
            <a:ext cx="3304320" cy="584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00"/>
              </a:lnSpc>
            </a:pPr>
            <a:r>
              <a:rPr sz="16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[2-3 zdania: co widać w filmie i po co go pokazujemy]</a:t>
            </a:r>
          </a:p>
        </p:txBody>
      </p:sp>
      <p:sp>
        <p:nvSpPr>
          <p:cNvPr id="10" name="Punktor"/>
          <p:cNvSpPr/>
          <p:nvPr/>
        </p:nvSpPr>
        <p:spPr>
          <a:xfrm>
            <a:off x="871200" y="3253380"/>
            <a:ext cx="93600" cy="936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kst: [Punkt 1]"/>
          <p:cNvSpPr txBox="1"/>
          <p:nvPr/>
        </p:nvSpPr>
        <p:spPr>
          <a:xfrm>
            <a:off x="1080000" y="3181380"/>
            <a:ext cx="3088320" cy="28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500" b="1" i="0">
                <a:solidFill>
                  <a:schemeClr val="tx1"/>
                </a:solidFill>
                <a:latin typeface="+mn-lt"/>
              </a:rPr>
              <a:t>[Punkt 1]</a:t>
            </a:r>
          </a:p>
        </p:txBody>
      </p:sp>
      <p:sp>
        <p:nvSpPr>
          <p:cNvPr id="12" name="Punktor"/>
          <p:cNvSpPr/>
          <p:nvPr/>
        </p:nvSpPr>
        <p:spPr>
          <a:xfrm>
            <a:off x="871200" y="3595380"/>
            <a:ext cx="93600" cy="936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kst: [Punkt 2]"/>
          <p:cNvSpPr txBox="1"/>
          <p:nvPr/>
        </p:nvSpPr>
        <p:spPr>
          <a:xfrm>
            <a:off x="1080000" y="3523380"/>
            <a:ext cx="3088320" cy="28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500" b="1" i="0">
                <a:solidFill>
                  <a:schemeClr val="tx1"/>
                </a:solidFill>
                <a:latin typeface="+mn-lt"/>
              </a:rPr>
              <a:t>[Punkt 2]</a:t>
            </a:r>
          </a:p>
        </p:txBody>
      </p:sp>
      <p:sp>
        <p:nvSpPr>
          <p:cNvPr id="14" name="Punktor"/>
          <p:cNvSpPr/>
          <p:nvPr/>
        </p:nvSpPr>
        <p:spPr>
          <a:xfrm>
            <a:off x="871200" y="3937380"/>
            <a:ext cx="93600" cy="936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kst: [Punkt 3]"/>
          <p:cNvSpPr txBox="1"/>
          <p:nvPr/>
        </p:nvSpPr>
        <p:spPr>
          <a:xfrm>
            <a:off x="1080000" y="3865380"/>
            <a:ext cx="3088320" cy="28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500" b="1" i="0">
                <a:solidFill>
                  <a:schemeClr val="tx1"/>
                </a:solidFill>
                <a:latin typeface="+mn-lt"/>
              </a:rPr>
              <a:t>[Punkt 3]</a:t>
            </a:r>
          </a:p>
        </p:txBody>
      </p:sp>
      <p:sp>
        <p:nvSpPr>
          <p:cNvPr id="16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kst: SLAJD 50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50 - do czego służy</a:t>
            </a:r>
          </a:p>
        </p:txBody>
      </p:sp>
      <p:sp>
        <p:nvSpPr>
          <p:cNvPr id="18" name="OPIS - tresc"/>
          <p:cNvSpPr/>
          <p:nvPr/>
        </p:nvSpPr>
        <p:spPr>
          <a:xfrm>
            <a:off x="12408000" y="522000"/>
            <a:ext cx="3060000" cy="19771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kst: FILM + TEKST: film 16:9 w zaokrąglonej r"/>
          <p:cNvSpPr txBox="1"/>
          <p:nvPr/>
        </p:nvSpPr>
        <p:spPr>
          <a:xfrm>
            <a:off x="12552000" y="666000"/>
            <a:ext cx="2772000" cy="19771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FILM + TEKST: film 16:9 w zaokrąglonej ramce po prawej, opis i punkty po lewej.</a:t>
            </a:r>
          </a:p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Gdy film trzeba skomentować (kampania, proces produkcji, reklama).</a:t>
            </a:r>
          </a:p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Swój film: Edytuj link (YouTube) albo wstaw mp4 i Malarz formatów z miniatury na film - rogi się przeniosą.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slajdu"/>
          <p:cNvSpPr txBox="1"/>
          <p:nvPr/>
        </p:nvSpPr>
        <p:spPr>
          <a:xfrm>
            <a:off x="864000" y="828000"/>
            <a:ext cx="9360000" cy="50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4000"/>
              </a:lnSpc>
            </a:pPr>
            <a:r>
              <a:rPr sz="4000" b="0" i="0">
                <a:solidFill>
                  <a:schemeClr val="tx1"/>
                </a:solidFill>
                <a:latin typeface="+mj-lt"/>
              </a:rPr>
              <a:t>[Tytuł: co się zmieniło]</a:t>
            </a:r>
          </a:p>
        </p:txBody>
      </p:sp>
      <p:pic>
        <p:nvPicPr>
          <p:cNvPr id="3" name="Logo marki" descr="logo_green_bo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4000" y="540000"/>
            <a:ext cx="684000" cy="504450"/>
          </a:xfrm>
          <a:prstGeom prst="rect">
            <a:avLst/>
          </a:prstGeom>
        </p:spPr>
      </p:pic>
      <p:sp>
        <p:nvSpPr>
          <p:cNvPr id="4" name="Numer slajdu"/>
          <p:cNvSpPr txBox="1"/>
          <p:nvPr/>
        </p:nvSpPr>
        <p:spPr>
          <a:xfrm>
            <a:off x="10788000" y="6426000"/>
            <a:ext cx="540000" cy="216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/>
            <a:r>
              <a:rPr sz="105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51</a:t>
            </a:r>
          </a:p>
        </p:txBody>
      </p:sp>
      <p:pic>
        <p:nvPicPr>
          <p:cNvPr id="5" name="tlo-zdjecie" descr="ph_1354_ZDJCIE.png"/>
          <p:cNvPicPr>
            <a:picLocks noChangeAspect="1"/>
          </p:cNvPicPr>
          <p:nvPr/>
        </p:nvPicPr>
        <p:blipFill>
          <a:blip r:embed="rId4"/>
          <a:srcRect l="9" r="9"/>
          <a:stretch>
            <a:fillRect/>
          </a:stretch>
        </p:blipFill>
        <p:spPr>
          <a:xfrm>
            <a:off x="864000" y="1908000"/>
            <a:ext cx="5070000" cy="3744000"/>
          </a:xfrm>
          <a:prstGeom prst="roundRect">
            <a:avLst>
              <a:gd name="adj" fmla="val 4326"/>
            </a:avLst>
          </a:prstGeom>
        </p:spPr>
      </p:pic>
      <p:sp>
        <p:nvSpPr>
          <p:cNvPr id="6" name="Karta / tło (kolor z motywu)"/>
          <p:cNvSpPr/>
          <p:nvPr/>
        </p:nvSpPr>
        <p:spPr>
          <a:xfrm>
            <a:off x="1080000" y="2124000"/>
            <a:ext cx="1029780" cy="342000"/>
          </a:xfrm>
          <a:prstGeom prst="hexagon">
            <a:avLst>
              <a:gd name="adj" fmla="val 18000"/>
              <a:gd name="vf" fmla="val 115470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kst: PRZED"/>
          <p:cNvSpPr txBox="1"/>
          <p:nvPr/>
        </p:nvSpPr>
        <p:spPr>
          <a:xfrm>
            <a:off x="1080000" y="2124000"/>
            <a:ext cx="1029780" cy="342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200" b="1" i="0" spc="60">
                <a:solidFill>
                  <a:schemeClr val="bg1"/>
                </a:solidFill>
                <a:latin typeface="+mn-lt"/>
              </a:rPr>
              <a:t>PRZED</a:t>
            </a:r>
          </a:p>
        </p:txBody>
      </p:sp>
      <p:sp>
        <p:nvSpPr>
          <p:cNvPr id="8" name="Tekst: [Opis stanu przed]"/>
          <p:cNvSpPr txBox="1"/>
          <p:nvPr/>
        </p:nvSpPr>
        <p:spPr>
          <a:xfrm>
            <a:off x="864000" y="5778000"/>
            <a:ext cx="5070000" cy="396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5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[Opis stanu przed]</a:t>
            </a:r>
          </a:p>
        </p:txBody>
      </p:sp>
      <p:pic>
        <p:nvPicPr>
          <p:cNvPr id="9" name="tlo-zdjecie" descr="ph_1354_ZDJCIE.png"/>
          <p:cNvPicPr>
            <a:picLocks noChangeAspect="1"/>
          </p:cNvPicPr>
          <p:nvPr/>
        </p:nvPicPr>
        <p:blipFill>
          <a:blip r:embed="rId4"/>
          <a:srcRect l="9" r="9"/>
          <a:stretch>
            <a:fillRect/>
          </a:stretch>
        </p:blipFill>
        <p:spPr>
          <a:xfrm>
            <a:off x="6258000" y="1908000"/>
            <a:ext cx="5070000" cy="3744000"/>
          </a:xfrm>
          <a:prstGeom prst="roundRect">
            <a:avLst>
              <a:gd name="adj" fmla="val 4326"/>
            </a:avLst>
          </a:prstGeom>
        </p:spPr>
      </p:pic>
      <p:sp>
        <p:nvSpPr>
          <p:cNvPr id="10" name="Karta / tło (kolor z motywu)"/>
          <p:cNvSpPr/>
          <p:nvPr/>
        </p:nvSpPr>
        <p:spPr>
          <a:xfrm>
            <a:off x="6474000" y="2124000"/>
            <a:ext cx="736410" cy="342000"/>
          </a:xfrm>
          <a:prstGeom prst="hexagon">
            <a:avLst>
              <a:gd name="adj" fmla="val 18000"/>
              <a:gd name="vf" fmla="val 11547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kst: PO"/>
          <p:cNvSpPr txBox="1"/>
          <p:nvPr/>
        </p:nvSpPr>
        <p:spPr>
          <a:xfrm>
            <a:off x="6474000" y="2124000"/>
            <a:ext cx="736410" cy="342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200" b="1" i="0" spc="60">
                <a:solidFill>
                  <a:schemeClr val="bg1"/>
                </a:solidFill>
                <a:latin typeface="+mn-lt"/>
              </a:rPr>
              <a:t>PO</a:t>
            </a:r>
          </a:p>
        </p:txBody>
      </p:sp>
      <p:sp>
        <p:nvSpPr>
          <p:cNvPr id="12" name="Tekst: [Opis stanu po]"/>
          <p:cNvSpPr txBox="1"/>
          <p:nvPr/>
        </p:nvSpPr>
        <p:spPr>
          <a:xfrm>
            <a:off x="6258000" y="5778000"/>
            <a:ext cx="5070000" cy="396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5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[Opis stanu po]</a:t>
            </a:r>
          </a:p>
        </p:txBody>
      </p:sp>
      <p:sp>
        <p:nvSpPr>
          <p:cNvPr id="13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kst: SLAJD 51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51 - do czego służy</a:t>
            </a:r>
          </a:p>
        </p:txBody>
      </p:sp>
      <p:sp>
        <p:nvSpPr>
          <p:cNvPr id="15" name="OPIS - tresc"/>
          <p:cNvSpPr/>
          <p:nvPr/>
        </p:nvSpPr>
        <p:spPr>
          <a:xfrm>
            <a:off x="12408000" y="522000"/>
            <a:ext cx="3060000" cy="12532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kst: PRZED / PO: dwa zdjęcia obok siebie (pół"/>
          <p:cNvSpPr txBox="1"/>
          <p:nvPr/>
        </p:nvSpPr>
        <p:spPr>
          <a:xfrm>
            <a:off x="12552000" y="666000"/>
            <a:ext cx="2772000" cy="125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PRZED / PO: dwa zdjęcia obok siebie (półka przed i po wprowadzeniu, stare i nowe opakowanie, ekspozycja).</a:t>
            </a:r>
          </a:p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Znaczki 'Przed' / 'Po' możesz przepisać.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ykieta nad tytułem (można usunąć)"/>
          <p:cNvSpPr txBox="1"/>
          <p:nvPr/>
        </p:nvSpPr>
        <p:spPr>
          <a:xfrm>
            <a:off x="864000" y="540000"/>
            <a:ext cx="7200000" cy="252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400" b="1" i="0" spc="150">
                <a:solidFill>
                  <a:schemeClr val="accent5"/>
                </a:solidFill>
                <a:latin typeface="+mn-lt"/>
              </a:rPr>
              <a:t>[UDZIAŁ]</a:t>
            </a:r>
          </a:p>
        </p:txBody>
      </p:sp>
      <p:sp>
        <p:nvSpPr>
          <p:cNvPr id="3" name="Tytuł slajdu"/>
          <p:cNvSpPr txBox="1"/>
          <p:nvPr/>
        </p:nvSpPr>
        <p:spPr>
          <a:xfrm>
            <a:off x="864000" y="828000"/>
            <a:ext cx="9360000" cy="50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4000"/>
              </a:lnSpc>
            </a:pPr>
            <a:r>
              <a:rPr sz="4000" b="0" i="0">
                <a:solidFill>
                  <a:schemeClr val="tx1"/>
                </a:solidFill>
                <a:latin typeface="+mj-lt"/>
              </a:rPr>
              <a:t>[Tytuł: wniosek]</a:t>
            </a:r>
          </a:p>
        </p:txBody>
      </p:sp>
      <p:pic>
        <p:nvPicPr>
          <p:cNvPr id="4" name="Logo marki" descr="logo_green_bo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4000" y="540000"/>
            <a:ext cx="684000" cy="504450"/>
          </a:xfrm>
          <a:prstGeom prst="rect">
            <a:avLst/>
          </a:prstGeom>
        </p:spPr>
      </p:pic>
      <p:sp>
        <p:nvSpPr>
          <p:cNvPr id="5" name="Tekst: [Źródło: kto, kiedy, próba - np. badanie"/>
          <p:cNvSpPr txBox="1"/>
          <p:nvPr/>
        </p:nvSpPr>
        <p:spPr>
          <a:xfrm>
            <a:off x="864000" y="6426000"/>
            <a:ext cx="9360000" cy="216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05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[Źródło: kto, kiedy, próba - np. badanie, raport sprzedaży]</a:t>
            </a:r>
          </a:p>
        </p:txBody>
      </p:sp>
      <p:sp>
        <p:nvSpPr>
          <p:cNvPr id="6" name="Numer slajdu"/>
          <p:cNvSpPr txBox="1"/>
          <p:nvPr/>
        </p:nvSpPr>
        <p:spPr>
          <a:xfrm>
            <a:off x="10788000" y="6426000"/>
            <a:ext cx="540000" cy="216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/>
            <a:r>
              <a:rPr sz="105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52</a:t>
            </a:r>
          </a:p>
        </p:txBody>
      </p:sp>
      <p:graphicFrame>
        <p:nvGraphicFramePr>
          <p:cNvPr id="7" name="tlo-wykres"/>
          <p:cNvGraphicFramePr>
            <a:graphicFrameLocks noGrp="1"/>
          </p:cNvGraphicFramePr>
          <p:nvPr/>
        </p:nvGraphicFramePr>
        <p:xfrm>
          <a:off x="864000" y="1908000"/>
          <a:ext cx="4320000" cy="432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kst: 00%"/>
          <p:cNvSpPr txBox="1"/>
          <p:nvPr/>
        </p:nvSpPr>
        <p:spPr>
          <a:xfrm>
            <a:off x="864000" y="3492000"/>
            <a:ext cx="4320000" cy="864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5400" b="0" i="0">
                <a:solidFill>
                  <a:schemeClr val="accent1"/>
                </a:solidFill>
                <a:latin typeface="+mj-lt"/>
              </a:rPr>
              <a:t>00%</a:t>
            </a:r>
          </a:p>
        </p:txBody>
      </p:sp>
      <p:sp>
        <p:nvSpPr>
          <p:cNvPr id="9" name="Tekst: [czego dotyczy]"/>
          <p:cNvSpPr txBox="1"/>
          <p:nvPr/>
        </p:nvSpPr>
        <p:spPr>
          <a:xfrm>
            <a:off x="864000" y="4356000"/>
            <a:ext cx="4320000" cy="28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sz="13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[czego dotyczy]</a:t>
            </a:r>
          </a:p>
        </p:txBody>
      </p:sp>
      <p:sp>
        <p:nvSpPr>
          <p:cNvPr id="10" name="Punktor"/>
          <p:cNvSpPr/>
          <p:nvPr/>
        </p:nvSpPr>
        <p:spPr>
          <a:xfrm>
            <a:off x="5904000" y="2736000"/>
            <a:ext cx="216000" cy="216000"/>
          </a:xfrm>
          <a:prstGeom prst="roundRect">
            <a:avLst>
              <a:gd name="adj" fmla="val 3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kst: 00% · [Kategoria 1]"/>
          <p:cNvSpPr txBox="1"/>
          <p:nvPr/>
        </p:nvSpPr>
        <p:spPr>
          <a:xfrm>
            <a:off x="6264000" y="2664000"/>
            <a:ext cx="5064000" cy="36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800" b="1" i="0">
                <a:solidFill>
                  <a:schemeClr val="tx1"/>
                </a:solidFill>
                <a:latin typeface="+mn-lt"/>
              </a:rPr>
              <a:t>00% · [Kategoria 1]</a:t>
            </a:r>
          </a:p>
        </p:txBody>
      </p:sp>
      <p:sp>
        <p:nvSpPr>
          <p:cNvPr id="12" name="Tekst: [krótki opis]"/>
          <p:cNvSpPr txBox="1"/>
          <p:nvPr/>
        </p:nvSpPr>
        <p:spPr>
          <a:xfrm>
            <a:off x="6264000" y="3006000"/>
            <a:ext cx="5064000" cy="576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4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[krótki opis]</a:t>
            </a:r>
          </a:p>
        </p:txBody>
      </p:sp>
      <p:sp>
        <p:nvSpPr>
          <p:cNvPr id="13" name="Punktor"/>
          <p:cNvSpPr/>
          <p:nvPr/>
        </p:nvSpPr>
        <p:spPr>
          <a:xfrm>
            <a:off x="5904000" y="3672000"/>
            <a:ext cx="216000" cy="216000"/>
          </a:xfrm>
          <a:prstGeom prst="roundRect">
            <a:avLst>
              <a:gd name="adj" fmla="val 30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kst: 00% · [Kategoria 2]"/>
          <p:cNvSpPr txBox="1"/>
          <p:nvPr/>
        </p:nvSpPr>
        <p:spPr>
          <a:xfrm>
            <a:off x="6264000" y="3600000"/>
            <a:ext cx="5064000" cy="36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800" b="1" i="0">
                <a:solidFill>
                  <a:schemeClr val="tx1"/>
                </a:solidFill>
                <a:latin typeface="+mn-lt"/>
              </a:rPr>
              <a:t>00% · [Kategoria 2]</a:t>
            </a:r>
          </a:p>
        </p:txBody>
      </p:sp>
      <p:sp>
        <p:nvSpPr>
          <p:cNvPr id="15" name="Tekst: [krótki opis]"/>
          <p:cNvSpPr txBox="1"/>
          <p:nvPr/>
        </p:nvSpPr>
        <p:spPr>
          <a:xfrm>
            <a:off x="6264000" y="3942000"/>
            <a:ext cx="5064000" cy="576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4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[krótki opis]</a:t>
            </a:r>
          </a:p>
        </p:txBody>
      </p:sp>
      <p:sp>
        <p:nvSpPr>
          <p:cNvPr id="16" name="Punktor"/>
          <p:cNvSpPr/>
          <p:nvPr/>
        </p:nvSpPr>
        <p:spPr>
          <a:xfrm>
            <a:off x="5904000" y="4608000"/>
            <a:ext cx="216000" cy="216000"/>
          </a:xfrm>
          <a:prstGeom prst="roundRect">
            <a:avLst>
              <a:gd name="adj" fmla="val 30000"/>
            </a:avLst>
          </a:prstGeom>
          <a:solidFill>
            <a:schemeClr val="accent5">
              <a:lumMod val="7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kst: 00% · [Kategoria 3]"/>
          <p:cNvSpPr txBox="1"/>
          <p:nvPr/>
        </p:nvSpPr>
        <p:spPr>
          <a:xfrm>
            <a:off x="6264000" y="4536000"/>
            <a:ext cx="5064000" cy="36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800" b="1" i="0">
                <a:solidFill>
                  <a:schemeClr val="tx1"/>
                </a:solidFill>
                <a:latin typeface="+mn-lt"/>
              </a:rPr>
              <a:t>00% · [Kategoria 3]</a:t>
            </a:r>
          </a:p>
        </p:txBody>
      </p:sp>
      <p:sp>
        <p:nvSpPr>
          <p:cNvPr id="18" name="Tekst: [krótki opis]"/>
          <p:cNvSpPr txBox="1"/>
          <p:nvPr/>
        </p:nvSpPr>
        <p:spPr>
          <a:xfrm>
            <a:off x="6264000" y="4878000"/>
            <a:ext cx="5064000" cy="576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4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[krótki opis]</a:t>
            </a:r>
          </a:p>
        </p:txBody>
      </p:sp>
      <p:sp>
        <p:nvSpPr>
          <p:cNvPr id="19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kst: SLAJD 52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52 - do czego służy</a:t>
            </a:r>
          </a:p>
        </p:txBody>
      </p:sp>
      <p:sp>
        <p:nvSpPr>
          <p:cNvPr id="21" name="OPIS - tresc"/>
          <p:cNvSpPr/>
          <p:nvPr/>
        </p:nvSpPr>
        <p:spPr>
          <a:xfrm>
            <a:off x="12408000" y="522000"/>
            <a:ext cx="3060000" cy="14945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Tekst: Wykres PIERŚCIENIOWY (udział, struktura "/>
          <p:cNvSpPr txBox="1"/>
          <p:nvPr/>
        </p:nvSpPr>
        <p:spPr>
          <a:xfrm>
            <a:off x="12552000" y="666000"/>
            <a:ext cx="2772000" cy="14945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Wykres PIERŚCIENIOWY (udział, struktura sprzedaży, podział grupy).</a:t>
            </a:r>
          </a:p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EDYTOWALNY: prawy klik na wykresie &gt; Edytuj dane. Liczbę w środku wpisz ręcznie.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ykieta nad tytułem (można usunąć)"/>
          <p:cNvSpPr txBox="1"/>
          <p:nvPr/>
        </p:nvSpPr>
        <p:spPr>
          <a:xfrm>
            <a:off x="864000" y="540000"/>
            <a:ext cx="7200000" cy="252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400" b="1" i="0" spc="150">
                <a:solidFill>
                  <a:schemeClr val="accent5"/>
                </a:solidFill>
                <a:latin typeface="+mn-lt"/>
              </a:rPr>
              <a:t>[TREND]</a:t>
            </a:r>
          </a:p>
        </p:txBody>
      </p:sp>
      <p:sp>
        <p:nvSpPr>
          <p:cNvPr id="3" name="Tytuł slajdu"/>
          <p:cNvSpPr txBox="1"/>
          <p:nvPr/>
        </p:nvSpPr>
        <p:spPr>
          <a:xfrm>
            <a:off x="864000" y="828000"/>
            <a:ext cx="9360000" cy="50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4000"/>
              </a:lnSpc>
            </a:pPr>
            <a:r>
              <a:rPr sz="4000" b="0" i="0">
                <a:solidFill>
                  <a:schemeClr val="tx1"/>
                </a:solidFill>
                <a:latin typeface="+mj-lt"/>
              </a:rPr>
              <a:t>[Tytuł: wniosek]</a:t>
            </a:r>
          </a:p>
        </p:txBody>
      </p:sp>
      <p:pic>
        <p:nvPicPr>
          <p:cNvPr id="4" name="Logo marki" descr="logo_green_bo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4000" y="540000"/>
            <a:ext cx="684000" cy="504450"/>
          </a:xfrm>
          <a:prstGeom prst="rect">
            <a:avLst/>
          </a:prstGeom>
        </p:spPr>
      </p:pic>
      <p:sp>
        <p:nvSpPr>
          <p:cNvPr id="5" name="Tekst: [Źródło: kto, kiedy, próba - np. badanie"/>
          <p:cNvSpPr txBox="1"/>
          <p:nvPr/>
        </p:nvSpPr>
        <p:spPr>
          <a:xfrm>
            <a:off x="864000" y="6426000"/>
            <a:ext cx="9360000" cy="216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05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[Źródło: kto, kiedy, próba - np. badanie, raport sprzedaży]</a:t>
            </a:r>
          </a:p>
        </p:txBody>
      </p:sp>
      <p:sp>
        <p:nvSpPr>
          <p:cNvPr id="6" name="Numer slajdu"/>
          <p:cNvSpPr txBox="1"/>
          <p:nvPr/>
        </p:nvSpPr>
        <p:spPr>
          <a:xfrm>
            <a:off x="10788000" y="6426000"/>
            <a:ext cx="540000" cy="216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/>
            <a:r>
              <a:rPr sz="105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53</a:t>
            </a:r>
          </a:p>
        </p:txBody>
      </p:sp>
      <p:graphicFrame>
        <p:nvGraphicFramePr>
          <p:cNvPr id="7" name="tlo-wykres"/>
          <p:cNvGraphicFramePr>
            <a:graphicFrameLocks noGrp="1"/>
          </p:cNvGraphicFramePr>
          <p:nvPr/>
        </p:nvGraphicFramePr>
        <p:xfrm>
          <a:off x="864000" y="1908000"/>
          <a:ext cx="7728000" cy="432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Karta / tło (kolor z motywu)"/>
          <p:cNvSpPr/>
          <p:nvPr/>
        </p:nvSpPr>
        <p:spPr>
          <a:xfrm>
            <a:off x="8952000" y="1908000"/>
            <a:ext cx="2376000" cy="4320000"/>
          </a:xfrm>
          <a:prstGeom prst="roundRect">
            <a:avLst>
              <a:gd name="adj" fmla="val 6818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kst: WNIOSEK"/>
          <p:cNvSpPr txBox="1"/>
          <p:nvPr/>
        </p:nvSpPr>
        <p:spPr>
          <a:xfrm>
            <a:off x="9240000" y="2196000"/>
            <a:ext cx="1800000" cy="252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300" b="1" i="0" spc="150">
                <a:solidFill>
                  <a:schemeClr val="accent5"/>
                </a:solidFill>
                <a:latin typeface="+mn-lt"/>
              </a:rPr>
              <a:t>WNIOSEK</a:t>
            </a:r>
          </a:p>
        </p:txBody>
      </p:sp>
      <p:sp>
        <p:nvSpPr>
          <p:cNvPr id="10" name="Tekst: [Wniosek z wykresu w 1-2 zdaniach]"/>
          <p:cNvSpPr txBox="1"/>
          <p:nvPr/>
        </p:nvSpPr>
        <p:spPr>
          <a:xfrm>
            <a:off x="9240000" y="2556000"/>
            <a:ext cx="1800000" cy="338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500"/>
              </a:lnSpc>
            </a:pPr>
            <a:r>
              <a:rPr sz="1700" b="1" i="0">
                <a:solidFill>
                  <a:schemeClr val="tx1"/>
                </a:solidFill>
                <a:latin typeface="+mn-lt"/>
              </a:rPr>
              <a:t>[Wniosek z wykresu w 1-2 zdaniach]</a:t>
            </a:r>
          </a:p>
        </p:txBody>
      </p:sp>
      <p:sp>
        <p:nvSpPr>
          <p:cNvPr id="11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kst: SLAJD 53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53 - do czego służy</a:t>
            </a:r>
          </a:p>
        </p:txBody>
      </p:sp>
      <p:sp>
        <p:nvSpPr>
          <p:cNvPr id="13" name="OPIS - tresc"/>
          <p:cNvSpPr/>
          <p:nvPr/>
        </p:nvSpPr>
        <p:spPr>
          <a:xfrm>
            <a:off x="12408000" y="522000"/>
            <a:ext cx="3060000" cy="12532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kst: Wykres KOLUMNOWY - trend w czasie (sprze"/>
          <p:cNvSpPr txBox="1"/>
          <p:nvPr/>
        </p:nvSpPr>
        <p:spPr>
          <a:xfrm>
            <a:off x="12552000" y="666000"/>
            <a:ext cx="2772000" cy="125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Wykres KOLUMNOWY - trend w czasie (sprzedaż, dystrybucja, zasięg).</a:t>
            </a:r>
          </a:p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EDYTOWALNY: prawy klik &gt; Edytuj dane - wpisz swoje miesiące i wartości.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slajdu"/>
          <p:cNvSpPr txBox="1"/>
          <p:nvPr/>
        </p:nvSpPr>
        <p:spPr>
          <a:xfrm>
            <a:off x="864000" y="828000"/>
            <a:ext cx="9360000" cy="50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4000"/>
              </a:lnSpc>
            </a:pPr>
            <a:r>
              <a:rPr sz="4000" b="0" i="0">
                <a:solidFill>
                  <a:schemeClr val="tx1"/>
                </a:solidFill>
                <a:latin typeface="+mj-lt"/>
              </a:rPr>
              <a:t>[Cena i marża]</a:t>
            </a:r>
          </a:p>
        </p:txBody>
      </p:sp>
      <p:pic>
        <p:nvPicPr>
          <p:cNvPr id="3" name="Logo marki" descr="logo_green_bo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4000" y="540000"/>
            <a:ext cx="684000" cy="504450"/>
          </a:xfrm>
          <a:prstGeom prst="rect">
            <a:avLst/>
          </a:prstGeom>
        </p:spPr>
      </p:pic>
      <p:sp>
        <p:nvSpPr>
          <p:cNvPr id="4" name="Numer slajdu"/>
          <p:cNvSpPr txBox="1"/>
          <p:nvPr/>
        </p:nvSpPr>
        <p:spPr>
          <a:xfrm>
            <a:off x="10788000" y="6426000"/>
            <a:ext cx="540000" cy="216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/>
            <a:r>
              <a:rPr sz="105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54</a:t>
            </a:r>
          </a:p>
        </p:txBody>
      </p:sp>
      <p:grpSp>
        <p:nvGrpSpPr>
          <p:cNvPr id="29" name="Produkt z owocami (grupa) - przesuwaj całość; kliknij 2x, by zmienić obraz"/>
          <p:cNvGrpSpPr/>
          <p:nvPr/>
        </p:nvGrpSpPr>
        <p:grpSpPr>
          <a:xfrm>
            <a:off x="710174" y="2196000"/>
            <a:ext cx="3571382" cy="4077730"/>
            <a:chOff x="710174" y="2196000"/>
            <a:chExt cx="3571382" cy="4077730"/>
          </a:xfrm>
        </p:grpSpPr>
        <p:sp>
          <p:nvSpPr>
            <p:cNvPr id="5" name="Cień pod paczką"/>
            <p:cNvSpPr/>
            <p:nvPr/>
          </p:nvSpPr>
          <p:spPr>
            <a:xfrm rot="21360000">
              <a:off x="1548520" y="5881294"/>
              <a:ext cx="2662958" cy="392436"/>
            </a:xfrm>
            <a:prstGeom prst="ellipse">
              <a:avLst/>
            </a:prstGeom>
            <a:solidFill>
              <a:srgbClr val="3B2A20"/>
            </a:solidFill>
            <a:ln>
              <a:noFill/>
            </a:ln>
            <a:effectLst>
              <a:softEdge rad="127000"/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6" name="Packshot - prawy klik: Zmień obraz (PNG bez tła)" descr="pack_cola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rot="21360000">
              <a:off x="1478442" y="2196000"/>
              <a:ext cx="2803114" cy="3960000"/>
            </a:xfrm>
            <a:prstGeom prst="rect">
              <a:avLst/>
            </a:prstGeom>
          </p:spPr>
        </p:pic>
        <p:pic>
          <p:nvPicPr>
            <p:cNvPr id="7" name="Owoc / element smaku - prawy klik: Zmień obraz albo Delete" descr="p_kulka_ugryz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20640000">
              <a:off x="710174" y="3077477"/>
              <a:ext cx="639540" cy="613044"/>
            </a:xfrm>
            <a:prstGeom prst="rect">
              <a:avLst/>
            </a:prstGeom>
          </p:spPr>
        </p:pic>
        <p:pic>
          <p:nvPicPr>
            <p:cNvPr id="8" name="Owoc / element smaku - prawy klik: Zmień obraz albo Delete" descr="p_kulka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rot="600000">
              <a:off x="844701" y="5270385"/>
              <a:ext cx="706860" cy="662428"/>
            </a:xfrm>
            <a:prstGeom prst="rect">
              <a:avLst/>
            </a:prstGeom>
          </p:spPr>
        </p:pic>
      </p:grpSp>
      <p:sp>
        <p:nvSpPr>
          <p:cNvPr id="9" name="Tekst: REKOMENDOWANA CENA DETALICZNA"/>
          <p:cNvSpPr txBox="1"/>
          <p:nvPr/>
        </p:nvSpPr>
        <p:spPr>
          <a:xfrm>
            <a:off x="4824000" y="1908000"/>
            <a:ext cx="6504000" cy="252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400" b="1" i="0" spc="150">
                <a:solidFill>
                  <a:schemeClr val="accent5"/>
                </a:solidFill>
                <a:latin typeface="+mn-lt"/>
              </a:rPr>
              <a:t>REKOMENDOWANA CENA DETALICZNA</a:t>
            </a:r>
          </a:p>
        </p:txBody>
      </p:sp>
      <p:sp>
        <p:nvSpPr>
          <p:cNvPr id="10" name="Karta / tło (kolor z motywu)"/>
          <p:cNvSpPr/>
          <p:nvPr/>
        </p:nvSpPr>
        <p:spPr>
          <a:xfrm flipH="1">
            <a:off x="4824000" y="2232000"/>
            <a:ext cx="3730390" cy="936000"/>
          </a:xfrm>
          <a:prstGeom prst="homePlate">
            <a:avLst>
              <a:gd name="adj" fmla="val 22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kst: [0,00 zł]"/>
          <p:cNvSpPr txBox="1"/>
          <p:nvPr/>
        </p:nvSpPr>
        <p:spPr>
          <a:xfrm>
            <a:off x="5256000" y="2232000"/>
            <a:ext cx="3298390" cy="936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6000" b="0" i="0">
                <a:solidFill>
                  <a:schemeClr val="bg1"/>
                </a:solidFill>
                <a:latin typeface="+mj-lt"/>
              </a:rPr>
              <a:t>[0,00 zł]</a:t>
            </a:r>
          </a:p>
        </p:txBody>
      </p:sp>
      <p:sp>
        <p:nvSpPr>
          <p:cNvPr id="12" name="Tekst: [np. cena za 100 g, cena promocyjna]"/>
          <p:cNvSpPr txBox="1"/>
          <p:nvPr/>
        </p:nvSpPr>
        <p:spPr>
          <a:xfrm>
            <a:off x="4824000" y="3276000"/>
            <a:ext cx="6504000" cy="28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4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[np. cena za 100 g, cena promocyjna]</a:t>
            </a:r>
          </a:p>
        </p:txBody>
      </p:sp>
      <p:sp>
        <p:nvSpPr>
          <p:cNvPr id="13" name="Karta / tło (kolor z motywu)"/>
          <p:cNvSpPr/>
          <p:nvPr/>
        </p:nvSpPr>
        <p:spPr>
          <a:xfrm>
            <a:off x="4824000" y="3708000"/>
            <a:ext cx="3090000" cy="972000"/>
          </a:xfrm>
          <a:prstGeom prst="roundRect">
            <a:avLst>
              <a:gd name="adj" fmla="val 16666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kst: CENA ZAKUPU"/>
          <p:cNvSpPr txBox="1"/>
          <p:nvPr/>
        </p:nvSpPr>
        <p:spPr>
          <a:xfrm>
            <a:off x="5076000" y="3888000"/>
            <a:ext cx="2586000" cy="216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200" b="1" i="0" spc="100">
                <a:solidFill>
                  <a:schemeClr val="accent5">
                    <a:lumMod val="70000"/>
                  </a:schemeClr>
                </a:solidFill>
                <a:latin typeface="+mn-lt"/>
              </a:rPr>
              <a:t>CENA ZAKUPU</a:t>
            </a:r>
          </a:p>
        </p:txBody>
      </p:sp>
      <p:sp>
        <p:nvSpPr>
          <p:cNvPr id="15" name="Tekst: [0,00 zł]"/>
          <p:cNvSpPr txBox="1"/>
          <p:nvPr/>
        </p:nvSpPr>
        <p:spPr>
          <a:xfrm>
            <a:off x="5076000" y="4140000"/>
            <a:ext cx="2586000" cy="46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3000" b="0" i="0">
                <a:solidFill>
                  <a:schemeClr val="tx1"/>
                </a:solidFill>
                <a:latin typeface="+mj-lt"/>
              </a:rPr>
              <a:t>[0,00 zł]</a:t>
            </a:r>
          </a:p>
        </p:txBody>
      </p:sp>
      <p:sp>
        <p:nvSpPr>
          <p:cNvPr id="16" name="Karta / tło (kolor z motywu)"/>
          <p:cNvSpPr/>
          <p:nvPr/>
        </p:nvSpPr>
        <p:spPr>
          <a:xfrm>
            <a:off x="8238000" y="3708000"/>
            <a:ext cx="3090000" cy="972000"/>
          </a:xfrm>
          <a:prstGeom prst="roundRect">
            <a:avLst>
              <a:gd name="adj" fmla="val 16666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kst: MARŻA"/>
          <p:cNvSpPr txBox="1"/>
          <p:nvPr/>
        </p:nvSpPr>
        <p:spPr>
          <a:xfrm>
            <a:off x="8490000" y="3888000"/>
            <a:ext cx="2586000" cy="216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200" b="1" i="0" spc="100">
                <a:solidFill>
                  <a:schemeClr val="accent5">
                    <a:lumMod val="70000"/>
                  </a:schemeClr>
                </a:solidFill>
                <a:latin typeface="+mn-lt"/>
              </a:rPr>
              <a:t>MARŻA</a:t>
            </a:r>
          </a:p>
        </p:txBody>
      </p:sp>
      <p:sp>
        <p:nvSpPr>
          <p:cNvPr id="18" name="Tekst: [00%]"/>
          <p:cNvSpPr txBox="1"/>
          <p:nvPr/>
        </p:nvSpPr>
        <p:spPr>
          <a:xfrm>
            <a:off x="8490000" y="4140000"/>
            <a:ext cx="2586000" cy="46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3000" b="0" i="0">
                <a:solidFill>
                  <a:schemeClr val="tx1"/>
                </a:solidFill>
                <a:latin typeface="+mj-lt"/>
              </a:rPr>
              <a:t>[00%]</a:t>
            </a:r>
          </a:p>
        </p:txBody>
      </p:sp>
      <p:sp>
        <p:nvSpPr>
          <p:cNvPr id="19" name="Karta / tło (kolor z motywu)"/>
          <p:cNvSpPr/>
          <p:nvPr/>
        </p:nvSpPr>
        <p:spPr>
          <a:xfrm>
            <a:off x="4824000" y="5004000"/>
            <a:ext cx="3090000" cy="972000"/>
          </a:xfrm>
          <a:prstGeom prst="roundRect">
            <a:avLst>
              <a:gd name="adj" fmla="val 16666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kst: PROMOCJA"/>
          <p:cNvSpPr txBox="1"/>
          <p:nvPr/>
        </p:nvSpPr>
        <p:spPr>
          <a:xfrm>
            <a:off x="5076000" y="5184000"/>
            <a:ext cx="2586000" cy="216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200" b="1" i="0" spc="100">
                <a:solidFill>
                  <a:schemeClr val="accent5">
                    <a:lumMod val="70000"/>
                  </a:schemeClr>
                </a:solidFill>
                <a:latin typeface="+mn-lt"/>
              </a:rPr>
              <a:t>PROMOCJA</a:t>
            </a:r>
          </a:p>
        </p:txBody>
      </p:sp>
      <p:sp>
        <p:nvSpPr>
          <p:cNvPr id="21" name="Tekst: [mechanizm]"/>
          <p:cNvSpPr txBox="1"/>
          <p:nvPr/>
        </p:nvSpPr>
        <p:spPr>
          <a:xfrm>
            <a:off x="5076000" y="5436000"/>
            <a:ext cx="2586000" cy="46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3000" b="0" i="0">
                <a:solidFill>
                  <a:schemeClr val="tx1"/>
                </a:solidFill>
                <a:latin typeface="+mj-lt"/>
              </a:rPr>
              <a:t>[mechanizm]</a:t>
            </a:r>
          </a:p>
        </p:txBody>
      </p:sp>
      <p:sp>
        <p:nvSpPr>
          <p:cNvPr id="22" name="Karta / tło (kolor z motywu)"/>
          <p:cNvSpPr/>
          <p:nvPr/>
        </p:nvSpPr>
        <p:spPr>
          <a:xfrm>
            <a:off x="8238000" y="5004000"/>
            <a:ext cx="3090000" cy="972000"/>
          </a:xfrm>
          <a:prstGeom prst="roundRect">
            <a:avLst>
              <a:gd name="adj" fmla="val 16666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kst: MIN. ZAMÓWIENIE"/>
          <p:cNvSpPr txBox="1"/>
          <p:nvPr/>
        </p:nvSpPr>
        <p:spPr>
          <a:xfrm>
            <a:off x="8490000" y="5184000"/>
            <a:ext cx="2586000" cy="216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200" b="1" i="0" spc="100">
                <a:solidFill>
                  <a:schemeClr val="accent5">
                    <a:lumMod val="70000"/>
                  </a:schemeClr>
                </a:solidFill>
                <a:latin typeface="+mn-lt"/>
              </a:rPr>
              <a:t>MIN. ZAMÓWIENIE</a:t>
            </a:r>
          </a:p>
        </p:txBody>
      </p:sp>
      <p:sp>
        <p:nvSpPr>
          <p:cNvPr id="24" name="Tekst: [szt.]"/>
          <p:cNvSpPr txBox="1"/>
          <p:nvPr/>
        </p:nvSpPr>
        <p:spPr>
          <a:xfrm>
            <a:off x="8490000" y="5436000"/>
            <a:ext cx="2586000" cy="46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3000" b="0" i="0">
                <a:solidFill>
                  <a:schemeClr val="tx1"/>
                </a:solidFill>
                <a:latin typeface="+mj-lt"/>
              </a:rPr>
              <a:t>[szt.]</a:t>
            </a:r>
          </a:p>
        </p:txBody>
      </p:sp>
      <p:sp>
        <p:nvSpPr>
          <p:cNvPr id="25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kst: SLAJD 54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54 - do czego służy</a:t>
            </a:r>
          </a:p>
        </p:txBody>
      </p:sp>
      <p:sp>
        <p:nvSpPr>
          <p:cNvPr id="27" name="OPIS - tresc"/>
          <p:cNvSpPr/>
          <p:nvPr/>
        </p:nvSpPr>
        <p:spPr>
          <a:xfrm>
            <a:off x="12408000" y="522000"/>
            <a:ext cx="3060000" cy="10119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Tekst: CENA I MARŻA dla handlu: produkt, rekome"/>
          <p:cNvSpPr txBox="1"/>
          <p:nvPr/>
        </p:nvSpPr>
        <p:spPr>
          <a:xfrm>
            <a:off x="12552000" y="666000"/>
            <a:ext cx="2772000" cy="10119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CENA I MARŻA dla handlu: produkt, rekomendowana cena detaliczna w metce, 4 karty warunków.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slajdu"/>
          <p:cNvSpPr txBox="1"/>
          <p:nvPr/>
        </p:nvSpPr>
        <p:spPr>
          <a:xfrm>
            <a:off x="864000" y="828000"/>
            <a:ext cx="9360000" cy="50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4000"/>
              </a:lnSpc>
            </a:pPr>
            <a:r>
              <a:rPr sz="4000" b="0" i="0">
                <a:solidFill>
                  <a:schemeClr val="tx1"/>
                </a:solidFill>
                <a:latin typeface="+mj-lt"/>
              </a:rPr>
              <a:t>[Tytuł: przewaga]</a:t>
            </a:r>
          </a:p>
        </p:txBody>
      </p:sp>
      <p:pic>
        <p:nvPicPr>
          <p:cNvPr id="3" name="Logo marki" descr="logo_green_bo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4000" y="540000"/>
            <a:ext cx="684000" cy="504450"/>
          </a:xfrm>
          <a:prstGeom prst="rect">
            <a:avLst/>
          </a:prstGeom>
        </p:spPr>
      </p:pic>
      <p:sp>
        <p:nvSpPr>
          <p:cNvPr id="4" name="Numer slajdu"/>
          <p:cNvSpPr txBox="1"/>
          <p:nvPr/>
        </p:nvSpPr>
        <p:spPr>
          <a:xfrm>
            <a:off x="10788000" y="6426000"/>
            <a:ext cx="540000" cy="216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/>
            <a:r>
              <a:rPr sz="105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55</a:t>
            </a:r>
          </a:p>
        </p:txBody>
      </p:sp>
      <p:sp>
        <p:nvSpPr>
          <p:cNvPr id="5" name="tlo-kolumna"/>
          <p:cNvSpPr/>
          <p:nvPr/>
        </p:nvSpPr>
        <p:spPr>
          <a:xfrm>
            <a:off x="4644000" y="1836000"/>
            <a:ext cx="2228000" cy="3420000"/>
          </a:xfrm>
          <a:prstGeom prst="roundRect">
            <a:avLst>
              <a:gd name="adj" fmla="val 7271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kst: [Nasz produkt]"/>
          <p:cNvSpPr txBox="1"/>
          <p:nvPr/>
        </p:nvSpPr>
        <p:spPr>
          <a:xfrm>
            <a:off x="4644000" y="1908000"/>
            <a:ext cx="2228000" cy="504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600" b="1" i="0">
                <a:solidFill>
                  <a:schemeClr val="bg1"/>
                </a:solidFill>
                <a:latin typeface="+mn-lt"/>
              </a:rPr>
              <a:t>[Nasz produkt]</a:t>
            </a:r>
          </a:p>
        </p:txBody>
      </p:sp>
      <p:sp>
        <p:nvSpPr>
          <p:cNvPr id="7" name="Tekst: [Konkurent A]"/>
          <p:cNvSpPr txBox="1"/>
          <p:nvPr/>
        </p:nvSpPr>
        <p:spPr>
          <a:xfrm>
            <a:off x="6872000" y="1908000"/>
            <a:ext cx="2228000" cy="504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600" b="1" i="0">
                <a:solidFill>
                  <a:schemeClr val="tx1"/>
                </a:solidFill>
                <a:latin typeface="+mn-lt"/>
              </a:rPr>
              <a:t>[Konkurent A]</a:t>
            </a:r>
          </a:p>
        </p:txBody>
      </p:sp>
      <p:sp>
        <p:nvSpPr>
          <p:cNvPr id="8" name="Tekst: [Konkurent B]"/>
          <p:cNvSpPr txBox="1"/>
          <p:nvPr/>
        </p:nvSpPr>
        <p:spPr>
          <a:xfrm>
            <a:off x="9100000" y="1908000"/>
            <a:ext cx="2228000" cy="504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600" b="1" i="0">
                <a:solidFill>
                  <a:schemeClr val="tx1"/>
                </a:solidFill>
                <a:latin typeface="+mn-lt"/>
              </a:rPr>
              <a:t>[Konkurent B]</a:t>
            </a:r>
          </a:p>
        </p:txBody>
      </p:sp>
      <p:sp>
        <p:nvSpPr>
          <p:cNvPr id="9" name="Tekst: [Cecha 1]"/>
          <p:cNvSpPr txBox="1"/>
          <p:nvPr/>
        </p:nvSpPr>
        <p:spPr>
          <a:xfrm>
            <a:off x="864000" y="2484000"/>
            <a:ext cx="3636000" cy="54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600" b="1" i="0">
                <a:solidFill>
                  <a:schemeClr val="tx1"/>
                </a:solidFill>
                <a:latin typeface="+mn-lt"/>
              </a:rPr>
              <a:t>[Cecha 1]</a:t>
            </a:r>
          </a:p>
        </p:txBody>
      </p:sp>
      <p:pic>
        <p:nvPicPr>
          <p:cNvPr id="10" name="Ikona / grafika - prawy klik: Zmień obraz" descr="che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6000" y="2592000"/>
            <a:ext cx="324000" cy="324000"/>
          </a:xfrm>
          <a:prstGeom prst="rect">
            <a:avLst/>
          </a:prstGeom>
        </p:spPr>
      </p:pic>
      <p:pic>
        <p:nvPicPr>
          <p:cNvPr id="11" name="Ikona / grafika - prawy klik: Zmień obraz" descr="x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4000" y="2592000"/>
            <a:ext cx="324000" cy="324000"/>
          </a:xfrm>
          <a:prstGeom prst="rect">
            <a:avLst/>
          </a:prstGeom>
        </p:spPr>
      </p:pic>
      <p:pic>
        <p:nvPicPr>
          <p:cNvPr id="12" name="Ikona / grafika - prawy klik: Zmień obraz" descr="x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2000" y="2592000"/>
            <a:ext cx="324000" cy="324000"/>
          </a:xfrm>
          <a:prstGeom prst="rect">
            <a:avLst/>
          </a:prstGeom>
        </p:spPr>
      </p:pic>
      <p:sp>
        <p:nvSpPr>
          <p:cNvPr id="13" name="Karta / tło (kolor z motywu)"/>
          <p:cNvSpPr/>
          <p:nvPr/>
        </p:nvSpPr>
        <p:spPr>
          <a:xfrm>
            <a:off x="864000" y="3024000"/>
            <a:ext cx="3780000" cy="10800"/>
          </a:xfrm>
          <a:prstGeom prst="rect">
            <a:avLst/>
          </a:prstGeom>
          <a:solidFill>
            <a:schemeClr val="accent3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Karta / tło (kolor z motywu)"/>
          <p:cNvSpPr/>
          <p:nvPr/>
        </p:nvSpPr>
        <p:spPr>
          <a:xfrm>
            <a:off x="6872000" y="3024000"/>
            <a:ext cx="4456000" cy="10800"/>
          </a:xfrm>
          <a:prstGeom prst="rect">
            <a:avLst/>
          </a:prstGeom>
          <a:solidFill>
            <a:schemeClr val="accent3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kst: [Cecha 2]"/>
          <p:cNvSpPr txBox="1"/>
          <p:nvPr/>
        </p:nvSpPr>
        <p:spPr>
          <a:xfrm>
            <a:off x="864000" y="3024000"/>
            <a:ext cx="3636000" cy="54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600" b="1" i="0">
                <a:solidFill>
                  <a:schemeClr val="tx1"/>
                </a:solidFill>
                <a:latin typeface="+mn-lt"/>
              </a:rPr>
              <a:t>[Cecha 2]</a:t>
            </a:r>
          </a:p>
        </p:txBody>
      </p:sp>
      <p:pic>
        <p:nvPicPr>
          <p:cNvPr id="16" name="Ikona / grafika - prawy klik: Zmień obraz" descr="che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6000" y="3132000"/>
            <a:ext cx="324000" cy="324000"/>
          </a:xfrm>
          <a:prstGeom prst="rect">
            <a:avLst/>
          </a:prstGeom>
        </p:spPr>
      </p:pic>
      <p:pic>
        <p:nvPicPr>
          <p:cNvPr id="17" name="Ikona / grafika - prawy klik: Zmień obraz" descr="che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24000" y="3132000"/>
            <a:ext cx="324000" cy="324000"/>
          </a:xfrm>
          <a:prstGeom prst="rect">
            <a:avLst/>
          </a:prstGeom>
        </p:spPr>
      </p:pic>
      <p:pic>
        <p:nvPicPr>
          <p:cNvPr id="18" name="Ikona / grafika - prawy klik: Zmień obraz" descr="x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2000" y="3132000"/>
            <a:ext cx="324000" cy="324000"/>
          </a:xfrm>
          <a:prstGeom prst="rect">
            <a:avLst/>
          </a:prstGeom>
        </p:spPr>
      </p:pic>
      <p:sp>
        <p:nvSpPr>
          <p:cNvPr id="19" name="Karta / tło (kolor z motywu)"/>
          <p:cNvSpPr/>
          <p:nvPr/>
        </p:nvSpPr>
        <p:spPr>
          <a:xfrm>
            <a:off x="864000" y="3564000"/>
            <a:ext cx="3780000" cy="10800"/>
          </a:xfrm>
          <a:prstGeom prst="rect">
            <a:avLst/>
          </a:prstGeom>
          <a:solidFill>
            <a:schemeClr val="accent3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Karta / tło (kolor z motywu)"/>
          <p:cNvSpPr/>
          <p:nvPr/>
        </p:nvSpPr>
        <p:spPr>
          <a:xfrm>
            <a:off x="6872000" y="3564000"/>
            <a:ext cx="4456000" cy="10800"/>
          </a:xfrm>
          <a:prstGeom prst="rect">
            <a:avLst/>
          </a:prstGeom>
          <a:solidFill>
            <a:schemeClr val="accent3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kst: [Cecha 3]"/>
          <p:cNvSpPr txBox="1"/>
          <p:nvPr/>
        </p:nvSpPr>
        <p:spPr>
          <a:xfrm>
            <a:off x="864000" y="3564000"/>
            <a:ext cx="3636000" cy="54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600" b="1" i="0">
                <a:solidFill>
                  <a:schemeClr val="tx1"/>
                </a:solidFill>
                <a:latin typeface="+mn-lt"/>
              </a:rPr>
              <a:t>[Cecha 3]</a:t>
            </a:r>
          </a:p>
        </p:txBody>
      </p:sp>
      <p:pic>
        <p:nvPicPr>
          <p:cNvPr id="22" name="Ikona / grafika - prawy klik: Zmień obraz" descr="che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6000" y="3672000"/>
            <a:ext cx="324000" cy="324000"/>
          </a:xfrm>
          <a:prstGeom prst="rect">
            <a:avLst/>
          </a:prstGeom>
        </p:spPr>
      </p:pic>
      <p:pic>
        <p:nvPicPr>
          <p:cNvPr id="23" name="Ikona / grafika - prawy klik: Zmień obraz" descr="x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4000" y="3672000"/>
            <a:ext cx="324000" cy="324000"/>
          </a:xfrm>
          <a:prstGeom prst="rect">
            <a:avLst/>
          </a:prstGeom>
        </p:spPr>
      </p:pic>
      <p:pic>
        <p:nvPicPr>
          <p:cNvPr id="24" name="Ikona / grafika - prawy klik: Zmień obraz" descr="che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2000" y="3672000"/>
            <a:ext cx="324000" cy="324000"/>
          </a:xfrm>
          <a:prstGeom prst="rect">
            <a:avLst/>
          </a:prstGeom>
        </p:spPr>
      </p:pic>
      <p:sp>
        <p:nvSpPr>
          <p:cNvPr id="25" name="Karta / tło (kolor z motywu)"/>
          <p:cNvSpPr/>
          <p:nvPr/>
        </p:nvSpPr>
        <p:spPr>
          <a:xfrm>
            <a:off x="864000" y="4104000"/>
            <a:ext cx="3780000" cy="10800"/>
          </a:xfrm>
          <a:prstGeom prst="rect">
            <a:avLst/>
          </a:prstGeom>
          <a:solidFill>
            <a:schemeClr val="accent3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Karta / tło (kolor z motywu)"/>
          <p:cNvSpPr/>
          <p:nvPr/>
        </p:nvSpPr>
        <p:spPr>
          <a:xfrm>
            <a:off x="6872000" y="4104000"/>
            <a:ext cx="4456000" cy="10800"/>
          </a:xfrm>
          <a:prstGeom prst="rect">
            <a:avLst/>
          </a:prstGeom>
          <a:solidFill>
            <a:schemeClr val="accent3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Tekst: [Cecha 4]"/>
          <p:cNvSpPr txBox="1"/>
          <p:nvPr/>
        </p:nvSpPr>
        <p:spPr>
          <a:xfrm>
            <a:off x="864000" y="4104000"/>
            <a:ext cx="3636000" cy="54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600" b="1" i="0">
                <a:solidFill>
                  <a:schemeClr val="tx1"/>
                </a:solidFill>
                <a:latin typeface="+mn-lt"/>
              </a:rPr>
              <a:t>[Cecha 4]</a:t>
            </a:r>
          </a:p>
        </p:txBody>
      </p:sp>
      <p:pic>
        <p:nvPicPr>
          <p:cNvPr id="28" name="Ikona / grafika - prawy klik: Zmień obraz" descr="che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6000" y="4212000"/>
            <a:ext cx="324000" cy="324000"/>
          </a:xfrm>
          <a:prstGeom prst="rect">
            <a:avLst/>
          </a:prstGeom>
        </p:spPr>
      </p:pic>
      <p:pic>
        <p:nvPicPr>
          <p:cNvPr id="29" name="Ikona / grafika - prawy klik: Zmień obraz" descr="x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4000" y="4212000"/>
            <a:ext cx="324000" cy="324000"/>
          </a:xfrm>
          <a:prstGeom prst="rect">
            <a:avLst/>
          </a:prstGeom>
        </p:spPr>
      </p:pic>
      <p:pic>
        <p:nvPicPr>
          <p:cNvPr id="30" name="Ikona / grafika - prawy klik: Zmień obraz" descr="x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2000" y="4212000"/>
            <a:ext cx="324000" cy="324000"/>
          </a:xfrm>
          <a:prstGeom prst="rect">
            <a:avLst/>
          </a:prstGeom>
        </p:spPr>
      </p:pic>
      <p:sp>
        <p:nvSpPr>
          <p:cNvPr id="31" name="Karta / tło (kolor z motywu)"/>
          <p:cNvSpPr/>
          <p:nvPr/>
        </p:nvSpPr>
        <p:spPr>
          <a:xfrm>
            <a:off x="864000" y="4644000"/>
            <a:ext cx="3780000" cy="10800"/>
          </a:xfrm>
          <a:prstGeom prst="rect">
            <a:avLst/>
          </a:prstGeom>
          <a:solidFill>
            <a:schemeClr val="accent3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Karta / tło (kolor z motywu)"/>
          <p:cNvSpPr/>
          <p:nvPr/>
        </p:nvSpPr>
        <p:spPr>
          <a:xfrm>
            <a:off x="6872000" y="4644000"/>
            <a:ext cx="4456000" cy="10800"/>
          </a:xfrm>
          <a:prstGeom prst="rect">
            <a:avLst/>
          </a:prstGeom>
          <a:solidFill>
            <a:schemeClr val="accent3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Tekst: [Cena]"/>
          <p:cNvSpPr txBox="1"/>
          <p:nvPr/>
        </p:nvSpPr>
        <p:spPr>
          <a:xfrm>
            <a:off x="864000" y="4644000"/>
            <a:ext cx="3636000" cy="54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600" b="1" i="0">
                <a:solidFill>
                  <a:schemeClr val="tx1"/>
                </a:solidFill>
                <a:latin typeface="+mn-lt"/>
              </a:rPr>
              <a:t>[Cena]</a:t>
            </a:r>
          </a:p>
        </p:txBody>
      </p:sp>
      <p:sp>
        <p:nvSpPr>
          <p:cNvPr id="34" name="Tekst: [0,00 zł]"/>
          <p:cNvSpPr txBox="1"/>
          <p:nvPr/>
        </p:nvSpPr>
        <p:spPr>
          <a:xfrm>
            <a:off x="4644000" y="4644000"/>
            <a:ext cx="2228000" cy="54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500" b="1" i="0">
                <a:solidFill>
                  <a:schemeClr val="bg1"/>
                </a:solidFill>
                <a:latin typeface="+mn-lt"/>
              </a:rPr>
              <a:t>[0,00 zł]</a:t>
            </a:r>
          </a:p>
        </p:txBody>
      </p:sp>
      <p:sp>
        <p:nvSpPr>
          <p:cNvPr id="35" name="Tekst: [0,00 zł]"/>
          <p:cNvSpPr txBox="1"/>
          <p:nvPr/>
        </p:nvSpPr>
        <p:spPr>
          <a:xfrm>
            <a:off x="6872000" y="4644000"/>
            <a:ext cx="2228000" cy="54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500" b="0" i="0">
                <a:solidFill>
                  <a:schemeClr val="tx1"/>
                </a:solidFill>
                <a:latin typeface="+mn-lt"/>
              </a:rPr>
              <a:t>[0,00 zł]</a:t>
            </a:r>
          </a:p>
        </p:txBody>
      </p:sp>
      <p:sp>
        <p:nvSpPr>
          <p:cNvPr id="36" name="Tekst: [0,00 zł]"/>
          <p:cNvSpPr txBox="1"/>
          <p:nvPr/>
        </p:nvSpPr>
        <p:spPr>
          <a:xfrm>
            <a:off x="9100000" y="4644000"/>
            <a:ext cx="2228000" cy="54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500" b="0" i="0">
                <a:solidFill>
                  <a:schemeClr val="tx1"/>
                </a:solidFill>
                <a:latin typeface="+mn-lt"/>
              </a:rPr>
              <a:t>[0,00 zł]</a:t>
            </a:r>
          </a:p>
        </p:txBody>
      </p:sp>
      <p:sp>
        <p:nvSpPr>
          <p:cNvPr id="37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8" name="Tekst: SLAJD 55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55 - do czego służy</a:t>
            </a:r>
          </a:p>
        </p:txBody>
      </p:sp>
      <p:sp>
        <p:nvSpPr>
          <p:cNvPr id="39" name="OPIS - tresc"/>
          <p:cNvSpPr/>
          <p:nvPr/>
        </p:nvSpPr>
        <p:spPr>
          <a:xfrm>
            <a:off x="12408000" y="522000"/>
            <a:ext cx="3060000" cy="14945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0" name="Tekst: PORÓWNANIE z konkurencją / innymi produk"/>
          <p:cNvSpPr txBox="1"/>
          <p:nvPr/>
        </p:nvSpPr>
        <p:spPr>
          <a:xfrm>
            <a:off x="12552000" y="666000"/>
            <a:ext cx="2772000" cy="14945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PORÓWNANIE z konkurencją / innymi produktami: cechy w wierszach, ✓ lub ✗.</a:t>
            </a:r>
          </a:p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Pierwsza kolumna (nasz produkt) jest wyróżniona. Ikonę ✓/✗ zmienisz kopiując z innej komórki.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slajdu"/>
          <p:cNvSpPr txBox="1"/>
          <p:nvPr/>
        </p:nvSpPr>
        <p:spPr>
          <a:xfrm>
            <a:off x="864000" y="828000"/>
            <a:ext cx="9360000" cy="50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4000"/>
              </a:lnSpc>
            </a:pPr>
            <a:r>
              <a:rPr sz="4000" b="0" i="0">
                <a:solidFill>
                  <a:schemeClr val="tx1"/>
                </a:solidFill>
                <a:latin typeface="+mj-lt"/>
              </a:rPr>
              <a:t>[Tytuł: okazje spożycia]</a:t>
            </a:r>
          </a:p>
        </p:txBody>
      </p:sp>
      <p:pic>
        <p:nvPicPr>
          <p:cNvPr id="3" name="Logo marki" descr="logo_green_bo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4000" y="540000"/>
            <a:ext cx="684000" cy="504450"/>
          </a:xfrm>
          <a:prstGeom prst="rect">
            <a:avLst/>
          </a:prstGeom>
        </p:spPr>
      </p:pic>
      <p:sp>
        <p:nvSpPr>
          <p:cNvPr id="4" name="Numer slajdu"/>
          <p:cNvSpPr txBox="1"/>
          <p:nvPr/>
        </p:nvSpPr>
        <p:spPr>
          <a:xfrm>
            <a:off x="10788000" y="6426000"/>
            <a:ext cx="540000" cy="216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/>
            <a:r>
              <a:rPr sz="105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56</a:t>
            </a:r>
          </a:p>
        </p:txBody>
      </p:sp>
      <p:sp>
        <p:nvSpPr>
          <p:cNvPr id="5" name="Karta / tło (kolor z motywu)"/>
          <p:cNvSpPr/>
          <p:nvPr/>
        </p:nvSpPr>
        <p:spPr>
          <a:xfrm>
            <a:off x="2050500" y="2736000"/>
            <a:ext cx="8091000" cy="18000"/>
          </a:xfrm>
          <a:prstGeom prst="rect">
            <a:avLst/>
          </a:prstGeom>
          <a:solidFill>
            <a:schemeClr val="accent3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Karta / tło (kolor z motywu)"/>
          <p:cNvSpPr/>
          <p:nvPr/>
        </p:nvSpPr>
        <p:spPr>
          <a:xfrm>
            <a:off x="1510500" y="2196000"/>
            <a:ext cx="1080000" cy="1080000"/>
          </a:xfrm>
          <a:prstGeom prst="ellipse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7" name="Ikona / grafika - prawy klik: Zmień obraz" descr="sunri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0500" y="2466000"/>
            <a:ext cx="540000" cy="540000"/>
          </a:xfrm>
          <a:prstGeom prst="rect">
            <a:avLst/>
          </a:prstGeom>
        </p:spPr>
      </p:pic>
      <p:sp>
        <p:nvSpPr>
          <p:cNvPr id="8" name="Tekst: [PORA 1]"/>
          <p:cNvSpPr txBox="1"/>
          <p:nvPr/>
        </p:nvSpPr>
        <p:spPr>
          <a:xfrm>
            <a:off x="864000" y="3492000"/>
            <a:ext cx="2373000" cy="252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sz="1400" b="1" i="0" spc="150">
                <a:solidFill>
                  <a:schemeClr val="accent5"/>
                </a:solidFill>
                <a:latin typeface="+mn-lt"/>
              </a:rPr>
              <a:t>[PORA 1]</a:t>
            </a:r>
          </a:p>
        </p:txBody>
      </p:sp>
      <p:sp>
        <p:nvSpPr>
          <p:cNvPr id="9" name="Tekst: [Okazja 1]"/>
          <p:cNvSpPr txBox="1"/>
          <p:nvPr/>
        </p:nvSpPr>
        <p:spPr>
          <a:xfrm>
            <a:off x="864000" y="3780000"/>
            <a:ext cx="2373000" cy="46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sz="2600" b="0" i="0">
                <a:solidFill>
                  <a:schemeClr val="tx1"/>
                </a:solidFill>
                <a:latin typeface="+mj-lt"/>
              </a:rPr>
              <a:t>[Okazja 1]</a:t>
            </a:r>
          </a:p>
        </p:txBody>
      </p:sp>
      <p:sp>
        <p:nvSpPr>
          <p:cNvPr id="10" name="Tekst: [1-2 zdania, dlaczego wtedy]"/>
          <p:cNvSpPr txBox="1"/>
          <p:nvPr/>
        </p:nvSpPr>
        <p:spPr>
          <a:xfrm>
            <a:off x="1008000" y="4248000"/>
            <a:ext cx="2085000" cy="936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2000"/>
              </a:lnSpc>
            </a:pPr>
            <a:r>
              <a:rPr sz="14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[1-2 zdania, dlaczego wtedy]</a:t>
            </a:r>
          </a:p>
        </p:txBody>
      </p:sp>
      <p:sp>
        <p:nvSpPr>
          <p:cNvPr id="11" name="Karta / tło (kolor z motywu)"/>
          <p:cNvSpPr/>
          <p:nvPr/>
        </p:nvSpPr>
        <p:spPr>
          <a:xfrm>
            <a:off x="4207500" y="2196000"/>
            <a:ext cx="1080000" cy="1080000"/>
          </a:xfrm>
          <a:prstGeom prst="ellipse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2" name="Ikona / grafika - prawy klik: Zmień obraz" descr="dumbbel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77500" y="2466000"/>
            <a:ext cx="540000" cy="540000"/>
          </a:xfrm>
          <a:prstGeom prst="rect">
            <a:avLst/>
          </a:prstGeom>
        </p:spPr>
      </p:pic>
      <p:sp>
        <p:nvSpPr>
          <p:cNvPr id="13" name="Tekst: [PORA 2]"/>
          <p:cNvSpPr txBox="1"/>
          <p:nvPr/>
        </p:nvSpPr>
        <p:spPr>
          <a:xfrm>
            <a:off x="3561000" y="3492000"/>
            <a:ext cx="2373000" cy="252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sz="1400" b="1" i="0" spc="150">
                <a:solidFill>
                  <a:schemeClr val="accent5"/>
                </a:solidFill>
                <a:latin typeface="+mn-lt"/>
              </a:rPr>
              <a:t>[PORA 2]</a:t>
            </a:r>
          </a:p>
        </p:txBody>
      </p:sp>
      <p:sp>
        <p:nvSpPr>
          <p:cNvPr id="14" name="Tekst: [Okazja 2]"/>
          <p:cNvSpPr txBox="1"/>
          <p:nvPr/>
        </p:nvSpPr>
        <p:spPr>
          <a:xfrm>
            <a:off x="3561000" y="3780000"/>
            <a:ext cx="2373000" cy="46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sz="2600" b="0" i="0">
                <a:solidFill>
                  <a:schemeClr val="tx1"/>
                </a:solidFill>
                <a:latin typeface="+mj-lt"/>
              </a:rPr>
              <a:t>[Okazja 2]</a:t>
            </a:r>
          </a:p>
        </p:txBody>
      </p:sp>
      <p:sp>
        <p:nvSpPr>
          <p:cNvPr id="15" name="Tekst: [1-2 zdania, dlaczego wtedy]"/>
          <p:cNvSpPr txBox="1"/>
          <p:nvPr/>
        </p:nvSpPr>
        <p:spPr>
          <a:xfrm>
            <a:off x="3705000" y="4248000"/>
            <a:ext cx="2085000" cy="936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2000"/>
              </a:lnSpc>
            </a:pPr>
            <a:r>
              <a:rPr sz="14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[1-2 zdania, dlaczego wtedy]</a:t>
            </a:r>
          </a:p>
        </p:txBody>
      </p:sp>
      <p:sp>
        <p:nvSpPr>
          <p:cNvPr id="16" name="Karta / tło (kolor z motywu)"/>
          <p:cNvSpPr/>
          <p:nvPr/>
        </p:nvSpPr>
        <p:spPr>
          <a:xfrm>
            <a:off x="6904500" y="2196000"/>
            <a:ext cx="1080000" cy="1080000"/>
          </a:xfrm>
          <a:prstGeom prst="ellipse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7" name="Ikona / grafika - prawy klik: Zmień obraz" descr="coffe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74500" y="2466000"/>
            <a:ext cx="540000" cy="540000"/>
          </a:xfrm>
          <a:prstGeom prst="rect">
            <a:avLst/>
          </a:prstGeom>
        </p:spPr>
      </p:pic>
      <p:sp>
        <p:nvSpPr>
          <p:cNvPr id="18" name="Tekst: [PORA 3]"/>
          <p:cNvSpPr txBox="1"/>
          <p:nvPr/>
        </p:nvSpPr>
        <p:spPr>
          <a:xfrm>
            <a:off x="6258000" y="3492000"/>
            <a:ext cx="2373000" cy="252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sz="1400" b="1" i="0" spc="150">
                <a:solidFill>
                  <a:schemeClr val="accent5"/>
                </a:solidFill>
                <a:latin typeface="+mn-lt"/>
              </a:rPr>
              <a:t>[PORA 3]</a:t>
            </a:r>
          </a:p>
        </p:txBody>
      </p:sp>
      <p:sp>
        <p:nvSpPr>
          <p:cNvPr id="19" name="Tekst: [Okazja 3]"/>
          <p:cNvSpPr txBox="1"/>
          <p:nvPr/>
        </p:nvSpPr>
        <p:spPr>
          <a:xfrm>
            <a:off x="6258000" y="3780000"/>
            <a:ext cx="2373000" cy="46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sz="2600" b="0" i="0">
                <a:solidFill>
                  <a:schemeClr val="tx1"/>
                </a:solidFill>
                <a:latin typeface="+mj-lt"/>
              </a:rPr>
              <a:t>[Okazja 3]</a:t>
            </a:r>
          </a:p>
        </p:txBody>
      </p:sp>
      <p:sp>
        <p:nvSpPr>
          <p:cNvPr id="20" name="Tekst: [1-2 zdania, dlaczego wtedy]"/>
          <p:cNvSpPr txBox="1"/>
          <p:nvPr/>
        </p:nvSpPr>
        <p:spPr>
          <a:xfrm>
            <a:off x="6402000" y="4248000"/>
            <a:ext cx="2085000" cy="936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2000"/>
              </a:lnSpc>
            </a:pPr>
            <a:r>
              <a:rPr sz="14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[1-2 zdania, dlaczego wtedy]</a:t>
            </a:r>
          </a:p>
        </p:txBody>
      </p:sp>
      <p:sp>
        <p:nvSpPr>
          <p:cNvPr id="21" name="Karta / tło (kolor z motywu)"/>
          <p:cNvSpPr/>
          <p:nvPr/>
        </p:nvSpPr>
        <p:spPr>
          <a:xfrm>
            <a:off x="9601500" y="2196000"/>
            <a:ext cx="1080000" cy="1080000"/>
          </a:xfrm>
          <a:prstGeom prst="ellipse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2" name="Ikona / grafika - prawy klik: Zmień obraz" descr="mo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1500" y="2466000"/>
            <a:ext cx="540000" cy="540000"/>
          </a:xfrm>
          <a:prstGeom prst="rect">
            <a:avLst/>
          </a:prstGeom>
        </p:spPr>
      </p:pic>
      <p:sp>
        <p:nvSpPr>
          <p:cNvPr id="23" name="Tekst: [PORA 4]"/>
          <p:cNvSpPr txBox="1"/>
          <p:nvPr/>
        </p:nvSpPr>
        <p:spPr>
          <a:xfrm>
            <a:off x="8955000" y="3492000"/>
            <a:ext cx="2373000" cy="252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sz="1400" b="1" i="0" spc="150">
                <a:solidFill>
                  <a:schemeClr val="accent5"/>
                </a:solidFill>
                <a:latin typeface="+mn-lt"/>
              </a:rPr>
              <a:t>[PORA 4]</a:t>
            </a:r>
          </a:p>
        </p:txBody>
      </p:sp>
      <p:sp>
        <p:nvSpPr>
          <p:cNvPr id="24" name="Tekst: [Okazja 4]"/>
          <p:cNvSpPr txBox="1"/>
          <p:nvPr/>
        </p:nvSpPr>
        <p:spPr>
          <a:xfrm>
            <a:off x="8955000" y="3780000"/>
            <a:ext cx="2373000" cy="46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sz="2600" b="0" i="0">
                <a:solidFill>
                  <a:schemeClr val="tx1"/>
                </a:solidFill>
                <a:latin typeface="+mj-lt"/>
              </a:rPr>
              <a:t>[Okazja 4]</a:t>
            </a:r>
          </a:p>
        </p:txBody>
      </p:sp>
      <p:sp>
        <p:nvSpPr>
          <p:cNvPr id="25" name="Tekst: [1-2 zdania, dlaczego wtedy]"/>
          <p:cNvSpPr txBox="1"/>
          <p:nvPr/>
        </p:nvSpPr>
        <p:spPr>
          <a:xfrm>
            <a:off x="9099000" y="4248000"/>
            <a:ext cx="2085000" cy="936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2000"/>
              </a:lnSpc>
            </a:pPr>
            <a:r>
              <a:rPr sz="14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[1-2 zdania, dlaczego wtedy]</a:t>
            </a:r>
          </a:p>
        </p:txBody>
      </p:sp>
      <p:sp>
        <p:nvSpPr>
          <p:cNvPr id="26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Tekst: SLAJD 56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56 - do czego służy</a:t>
            </a:r>
          </a:p>
        </p:txBody>
      </p:sp>
      <p:sp>
        <p:nvSpPr>
          <p:cNvPr id="28" name="OPIS - tresc"/>
          <p:cNvSpPr/>
          <p:nvPr/>
        </p:nvSpPr>
        <p:spPr>
          <a:xfrm>
            <a:off x="12408000" y="522000"/>
            <a:ext cx="3060000" cy="10119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Tekst: OKAZJE SPOŻYCIA / momenty dnia: kiedy i "/>
          <p:cNvSpPr txBox="1"/>
          <p:nvPr/>
        </p:nvSpPr>
        <p:spPr>
          <a:xfrm>
            <a:off x="12552000" y="666000"/>
            <a:ext cx="2772000" cy="10119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OKAZJE SPOŻYCIA / momenty dnia:</a:t>
            </a:r>
          </a:p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kiedy i po co sięgnąć po produkt (4 momenty z ikonami).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slajdu"/>
          <p:cNvSpPr txBox="1"/>
          <p:nvPr/>
        </p:nvSpPr>
        <p:spPr>
          <a:xfrm>
            <a:off x="864000" y="828000"/>
            <a:ext cx="9360000" cy="50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4000"/>
              </a:lnSpc>
            </a:pPr>
            <a:r>
              <a:rPr sz="4000" b="0" i="0">
                <a:solidFill>
                  <a:schemeClr val="tx1"/>
                </a:solidFill>
                <a:latin typeface="+mj-lt"/>
              </a:rPr>
              <a:t>[Tytuł kampanii]</a:t>
            </a:r>
          </a:p>
        </p:txBody>
      </p:sp>
      <p:pic>
        <p:nvPicPr>
          <p:cNvPr id="3" name="Logo marki" descr="logo_green_bo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4000" y="540000"/>
            <a:ext cx="684000" cy="504450"/>
          </a:xfrm>
          <a:prstGeom prst="rect">
            <a:avLst/>
          </a:prstGeom>
        </p:spPr>
      </p:pic>
      <p:sp>
        <p:nvSpPr>
          <p:cNvPr id="4" name="Numer slajdu"/>
          <p:cNvSpPr txBox="1"/>
          <p:nvPr/>
        </p:nvSpPr>
        <p:spPr>
          <a:xfrm>
            <a:off x="10788000" y="6426000"/>
            <a:ext cx="540000" cy="216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/>
            <a:r>
              <a:rPr sz="105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57</a:t>
            </a:r>
          </a:p>
        </p:txBody>
      </p:sp>
      <p:sp>
        <p:nvSpPr>
          <p:cNvPr id="5" name="tlo-telefon"/>
          <p:cNvSpPr/>
          <p:nvPr/>
        </p:nvSpPr>
        <p:spPr>
          <a:xfrm>
            <a:off x="1656000" y="1908000"/>
            <a:ext cx="1512000" cy="3276000"/>
          </a:xfrm>
          <a:prstGeom prst="roundRect">
            <a:avLst>
              <a:gd name="adj" fmla="val 10714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6" name="tlo-ekran" descr="ph_430_ZDJCIE.png"/>
          <p:cNvPicPr>
            <a:picLocks noChangeAspect="1"/>
          </p:cNvPicPr>
          <p:nvPr/>
        </p:nvPicPr>
        <p:blipFill>
          <a:blip r:embed="rId4"/>
          <a:srcRect l="3" r="3"/>
          <a:stretch>
            <a:fillRect/>
          </a:stretch>
        </p:blipFill>
        <p:spPr>
          <a:xfrm>
            <a:off x="1746000" y="1998000"/>
            <a:ext cx="1332000" cy="3096000"/>
          </a:xfrm>
          <a:prstGeom prst="roundRect">
            <a:avLst>
              <a:gd name="adj" fmla="val 9459"/>
            </a:avLst>
          </a:prstGeom>
        </p:spPr>
      </p:pic>
      <p:sp>
        <p:nvSpPr>
          <p:cNvPr id="7" name="tlo-notch"/>
          <p:cNvSpPr/>
          <p:nvPr/>
        </p:nvSpPr>
        <p:spPr>
          <a:xfrm>
            <a:off x="2088000" y="2070000"/>
            <a:ext cx="648000" cy="12600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kst: [Kanał 1]"/>
          <p:cNvSpPr txBox="1"/>
          <p:nvPr/>
        </p:nvSpPr>
        <p:spPr>
          <a:xfrm>
            <a:off x="1296000" y="5310000"/>
            <a:ext cx="2232000" cy="32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sz="1700" b="1" i="0">
                <a:solidFill>
                  <a:schemeClr val="tx1"/>
                </a:solidFill>
                <a:latin typeface="+mn-lt"/>
              </a:rPr>
              <a:t>[Kanał 1]</a:t>
            </a:r>
          </a:p>
        </p:txBody>
      </p:sp>
      <p:sp>
        <p:nvSpPr>
          <p:cNvPr id="9" name="Tekst: [wynik: zasięg, wyświetlenia]"/>
          <p:cNvSpPr txBox="1"/>
          <p:nvPr/>
        </p:nvSpPr>
        <p:spPr>
          <a:xfrm>
            <a:off x="936000" y="5616000"/>
            <a:ext cx="2952000" cy="46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900"/>
              </a:lnSpc>
            </a:pPr>
            <a:r>
              <a:rPr sz="14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[wynik: zasięg, wyświetlenia]</a:t>
            </a:r>
          </a:p>
        </p:txBody>
      </p:sp>
      <p:sp>
        <p:nvSpPr>
          <p:cNvPr id="10" name="tlo-telefon"/>
          <p:cNvSpPr/>
          <p:nvPr/>
        </p:nvSpPr>
        <p:spPr>
          <a:xfrm>
            <a:off x="5340000" y="1908000"/>
            <a:ext cx="1512000" cy="3276000"/>
          </a:xfrm>
          <a:prstGeom prst="roundRect">
            <a:avLst>
              <a:gd name="adj" fmla="val 10714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1" name="tlo-ekran" descr="ph_430_ZDJCIE.png"/>
          <p:cNvPicPr>
            <a:picLocks noChangeAspect="1"/>
          </p:cNvPicPr>
          <p:nvPr/>
        </p:nvPicPr>
        <p:blipFill>
          <a:blip r:embed="rId4"/>
          <a:srcRect l="3" r="3"/>
          <a:stretch>
            <a:fillRect/>
          </a:stretch>
        </p:blipFill>
        <p:spPr>
          <a:xfrm>
            <a:off x="5430000" y="1998000"/>
            <a:ext cx="1332000" cy="3096000"/>
          </a:xfrm>
          <a:prstGeom prst="roundRect">
            <a:avLst>
              <a:gd name="adj" fmla="val 9459"/>
            </a:avLst>
          </a:prstGeom>
        </p:spPr>
      </p:pic>
      <p:sp>
        <p:nvSpPr>
          <p:cNvPr id="12" name="tlo-notch"/>
          <p:cNvSpPr/>
          <p:nvPr/>
        </p:nvSpPr>
        <p:spPr>
          <a:xfrm>
            <a:off x="5772000" y="2070000"/>
            <a:ext cx="648000" cy="12600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kst: [Kanał 2]"/>
          <p:cNvSpPr txBox="1"/>
          <p:nvPr/>
        </p:nvSpPr>
        <p:spPr>
          <a:xfrm>
            <a:off x="4980000" y="5310000"/>
            <a:ext cx="2232000" cy="32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sz="1700" b="1" i="0">
                <a:solidFill>
                  <a:schemeClr val="tx1"/>
                </a:solidFill>
                <a:latin typeface="+mn-lt"/>
              </a:rPr>
              <a:t>[Kanał 2]</a:t>
            </a:r>
          </a:p>
        </p:txBody>
      </p:sp>
      <p:sp>
        <p:nvSpPr>
          <p:cNvPr id="14" name="Tekst: [wynik: zasięg, wyświetlenia]"/>
          <p:cNvSpPr txBox="1"/>
          <p:nvPr/>
        </p:nvSpPr>
        <p:spPr>
          <a:xfrm>
            <a:off x="4620000" y="5616000"/>
            <a:ext cx="2952000" cy="46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900"/>
              </a:lnSpc>
            </a:pPr>
            <a:r>
              <a:rPr sz="14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[wynik: zasięg, wyświetlenia]</a:t>
            </a:r>
          </a:p>
        </p:txBody>
      </p:sp>
      <p:sp>
        <p:nvSpPr>
          <p:cNvPr id="15" name="tlo-telefon"/>
          <p:cNvSpPr/>
          <p:nvPr/>
        </p:nvSpPr>
        <p:spPr>
          <a:xfrm>
            <a:off x="9024000" y="1908000"/>
            <a:ext cx="1512000" cy="3276000"/>
          </a:xfrm>
          <a:prstGeom prst="roundRect">
            <a:avLst>
              <a:gd name="adj" fmla="val 10714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6" name="tlo-ekran" descr="ph_430_ZDJCIE.png"/>
          <p:cNvPicPr>
            <a:picLocks noChangeAspect="1"/>
          </p:cNvPicPr>
          <p:nvPr/>
        </p:nvPicPr>
        <p:blipFill>
          <a:blip r:embed="rId4"/>
          <a:srcRect l="3" r="3"/>
          <a:stretch>
            <a:fillRect/>
          </a:stretch>
        </p:blipFill>
        <p:spPr>
          <a:xfrm>
            <a:off x="9114000" y="1998000"/>
            <a:ext cx="1332000" cy="3096000"/>
          </a:xfrm>
          <a:prstGeom prst="roundRect">
            <a:avLst>
              <a:gd name="adj" fmla="val 9459"/>
            </a:avLst>
          </a:prstGeom>
        </p:spPr>
      </p:pic>
      <p:sp>
        <p:nvSpPr>
          <p:cNvPr id="17" name="tlo-notch"/>
          <p:cNvSpPr/>
          <p:nvPr/>
        </p:nvSpPr>
        <p:spPr>
          <a:xfrm>
            <a:off x="9456000" y="2070000"/>
            <a:ext cx="648000" cy="12600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kst: [Kanał 3]"/>
          <p:cNvSpPr txBox="1"/>
          <p:nvPr/>
        </p:nvSpPr>
        <p:spPr>
          <a:xfrm>
            <a:off x="8664000" y="5310000"/>
            <a:ext cx="2232000" cy="32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sz="1700" b="1" i="0">
                <a:solidFill>
                  <a:schemeClr val="tx1"/>
                </a:solidFill>
                <a:latin typeface="+mn-lt"/>
              </a:rPr>
              <a:t>[Kanał 3]</a:t>
            </a:r>
          </a:p>
        </p:txBody>
      </p:sp>
      <p:sp>
        <p:nvSpPr>
          <p:cNvPr id="19" name="Tekst: [wynik: zasięg, wyświetlenia]"/>
          <p:cNvSpPr txBox="1"/>
          <p:nvPr/>
        </p:nvSpPr>
        <p:spPr>
          <a:xfrm>
            <a:off x="8304000" y="5616000"/>
            <a:ext cx="2952000" cy="46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900"/>
              </a:lnSpc>
            </a:pPr>
            <a:r>
              <a:rPr sz="14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[wynik: zasięg, wyświetlenia]</a:t>
            </a:r>
          </a:p>
        </p:txBody>
      </p:sp>
      <p:sp>
        <p:nvSpPr>
          <p:cNvPr id="20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kst: SLAJD 57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57 - do czego służy</a:t>
            </a:r>
          </a:p>
        </p:txBody>
      </p:sp>
      <p:sp>
        <p:nvSpPr>
          <p:cNvPr id="22" name="OPIS - tresc"/>
          <p:cNvSpPr/>
          <p:nvPr/>
        </p:nvSpPr>
        <p:spPr>
          <a:xfrm>
            <a:off x="12408000" y="522000"/>
            <a:ext cx="3060000" cy="12532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kst: SOCIAL MEDIA: 3 telefony z postami / ree"/>
          <p:cNvSpPr txBox="1"/>
          <p:nvPr/>
        </p:nvSpPr>
        <p:spPr>
          <a:xfrm>
            <a:off x="12552000" y="666000"/>
            <a:ext cx="2772000" cy="125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SOCIAL MEDIA: 3 telefony z postami / reelsami kampanii; pod każdym kanał i wynik. Zrzuty ekranu podmień: prawy klik &gt; Zmień obraz.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slajdu"/>
          <p:cNvSpPr txBox="1"/>
          <p:nvPr/>
        </p:nvSpPr>
        <p:spPr>
          <a:xfrm>
            <a:off x="864000" y="828000"/>
            <a:ext cx="9360000" cy="50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4000"/>
              </a:lnSpc>
            </a:pPr>
            <a:r>
              <a:rPr sz="4000" b="0" i="0">
                <a:solidFill>
                  <a:schemeClr val="tx1"/>
                </a:solidFill>
                <a:latin typeface="+mj-lt"/>
              </a:rPr>
              <a:t>Następne kroki</a:t>
            </a:r>
          </a:p>
        </p:txBody>
      </p:sp>
      <p:pic>
        <p:nvPicPr>
          <p:cNvPr id="3" name="Logo marki" descr="logo_green_bo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4000" y="540000"/>
            <a:ext cx="684000" cy="504450"/>
          </a:xfrm>
          <a:prstGeom prst="rect">
            <a:avLst/>
          </a:prstGeom>
        </p:spPr>
      </p:pic>
      <p:sp>
        <p:nvSpPr>
          <p:cNvPr id="4" name="Numer slajdu"/>
          <p:cNvSpPr txBox="1"/>
          <p:nvPr/>
        </p:nvSpPr>
        <p:spPr>
          <a:xfrm>
            <a:off x="10788000" y="6426000"/>
            <a:ext cx="540000" cy="216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/>
            <a:r>
              <a:rPr sz="105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58</a:t>
            </a:r>
          </a:p>
        </p:txBody>
      </p:sp>
      <p:sp>
        <p:nvSpPr>
          <p:cNvPr id="5" name="Tekst: ZADANIE"/>
          <p:cNvSpPr txBox="1"/>
          <p:nvPr/>
        </p:nvSpPr>
        <p:spPr>
          <a:xfrm>
            <a:off x="1440000" y="1908000"/>
            <a:ext cx="5580000" cy="28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300" b="1" i="0" spc="150">
                <a:solidFill>
                  <a:schemeClr val="accent5"/>
                </a:solidFill>
                <a:latin typeface="+mn-lt"/>
              </a:rPr>
              <a:t>ZADANIE</a:t>
            </a:r>
          </a:p>
        </p:txBody>
      </p:sp>
      <p:sp>
        <p:nvSpPr>
          <p:cNvPr id="6" name="Tekst: KTO"/>
          <p:cNvSpPr txBox="1"/>
          <p:nvPr/>
        </p:nvSpPr>
        <p:spPr>
          <a:xfrm>
            <a:off x="7200000" y="1908000"/>
            <a:ext cx="2340000" cy="28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300" b="1" i="0" spc="150">
                <a:solidFill>
                  <a:schemeClr val="accent5"/>
                </a:solidFill>
                <a:latin typeface="+mn-lt"/>
              </a:rPr>
              <a:t>KTO</a:t>
            </a:r>
          </a:p>
        </p:txBody>
      </p:sp>
      <p:sp>
        <p:nvSpPr>
          <p:cNvPr id="7" name="Tekst: TERMIN"/>
          <p:cNvSpPr txBox="1"/>
          <p:nvPr/>
        </p:nvSpPr>
        <p:spPr>
          <a:xfrm>
            <a:off x="9720000" y="1908000"/>
            <a:ext cx="1608000" cy="28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300" b="1" i="0" spc="150">
                <a:solidFill>
                  <a:schemeClr val="accent5"/>
                </a:solidFill>
                <a:latin typeface="+mn-lt"/>
              </a:rPr>
              <a:t>TERMIN</a:t>
            </a:r>
          </a:p>
        </p:txBody>
      </p:sp>
      <p:sp>
        <p:nvSpPr>
          <p:cNvPr id="8" name="Karta / tło (kolor z motywu)"/>
          <p:cNvSpPr/>
          <p:nvPr/>
        </p:nvSpPr>
        <p:spPr>
          <a:xfrm>
            <a:off x="864000" y="2304000"/>
            <a:ext cx="10464000" cy="10800"/>
          </a:xfrm>
          <a:prstGeom prst="rect">
            <a:avLst/>
          </a:prstGeom>
          <a:solidFill>
            <a:schemeClr val="accent3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9" name="Ikona / grafika - prawy klik: Zmień obraz" descr="square-che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6000" y="2457000"/>
            <a:ext cx="306000" cy="306000"/>
          </a:xfrm>
          <a:prstGeom prst="rect">
            <a:avLst/>
          </a:prstGeom>
        </p:spPr>
      </p:pic>
      <p:sp>
        <p:nvSpPr>
          <p:cNvPr id="10" name="Tekst: [Zadanie 1]"/>
          <p:cNvSpPr txBox="1"/>
          <p:nvPr/>
        </p:nvSpPr>
        <p:spPr>
          <a:xfrm>
            <a:off x="1440000" y="2304000"/>
            <a:ext cx="5580000" cy="612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700" b="1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[Zadanie 1]</a:t>
            </a:r>
          </a:p>
        </p:txBody>
      </p:sp>
      <p:sp>
        <p:nvSpPr>
          <p:cNvPr id="11" name="Tekst: [Osoba]"/>
          <p:cNvSpPr txBox="1"/>
          <p:nvPr/>
        </p:nvSpPr>
        <p:spPr>
          <a:xfrm>
            <a:off x="7200000" y="2304000"/>
            <a:ext cx="2340000" cy="612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500" b="0" i="0">
                <a:solidFill>
                  <a:schemeClr val="tx1"/>
                </a:solidFill>
                <a:latin typeface="+mn-lt"/>
              </a:rPr>
              <a:t>[Osoba]</a:t>
            </a:r>
          </a:p>
        </p:txBody>
      </p:sp>
      <p:sp>
        <p:nvSpPr>
          <p:cNvPr id="12" name="Tekst: [Termin]"/>
          <p:cNvSpPr txBox="1"/>
          <p:nvPr/>
        </p:nvSpPr>
        <p:spPr>
          <a:xfrm>
            <a:off x="9720000" y="2304000"/>
            <a:ext cx="1608000" cy="612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500" b="1" i="0">
                <a:solidFill>
                  <a:schemeClr val="accent1"/>
                </a:solidFill>
                <a:latin typeface="+mn-lt"/>
              </a:rPr>
              <a:t>[Termin]</a:t>
            </a:r>
          </a:p>
        </p:txBody>
      </p:sp>
      <p:sp>
        <p:nvSpPr>
          <p:cNvPr id="13" name="Karta / tło (kolor z motywu)"/>
          <p:cNvSpPr/>
          <p:nvPr/>
        </p:nvSpPr>
        <p:spPr>
          <a:xfrm>
            <a:off x="864000" y="2916000"/>
            <a:ext cx="10464000" cy="10800"/>
          </a:xfrm>
          <a:prstGeom prst="rect">
            <a:avLst/>
          </a:prstGeom>
          <a:solidFill>
            <a:schemeClr val="accent3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4" name="Ikona / grafika - prawy klik: Zmień obraz" descr="squa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6000" y="3069000"/>
            <a:ext cx="306000" cy="306000"/>
          </a:xfrm>
          <a:prstGeom prst="rect">
            <a:avLst/>
          </a:prstGeom>
        </p:spPr>
      </p:pic>
      <p:sp>
        <p:nvSpPr>
          <p:cNvPr id="15" name="Tekst: [Zadanie 2]"/>
          <p:cNvSpPr txBox="1"/>
          <p:nvPr/>
        </p:nvSpPr>
        <p:spPr>
          <a:xfrm>
            <a:off x="1440000" y="2916000"/>
            <a:ext cx="5580000" cy="612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700" b="1" i="0">
                <a:solidFill>
                  <a:schemeClr val="tx1"/>
                </a:solidFill>
                <a:latin typeface="+mn-lt"/>
              </a:rPr>
              <a:t>[Zadanie 2]</a:t>
            </a:r>
          </a:p>
        </p:txBody>
      </p:sp>
      <p:sp>
        <p:nvSpPr>
          <p:cNvPr id="16" name="Tekst: [Osoba]"/>
          <p:cNvSpPr txBox="1"/>
          <p:nvPr/>
        </p:nvSpPr>
        <p:spPr>
          <a:xfrm>
            <a:off x="7200000" y="2916000"/>
            <a:ext cx="2340000" cy="612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500" b="0" i="0">
                <a:solidFill>
                  <a:schemeClr val="tx1"/>
                </a:solidFill>
                <a:latin typeface="+mn-lt"/>
              </a:rPr>
              <a:t>[Osoba]</a:t>
            </a:r>
          </a:p>
        </p:txBody>
      </p:sp>
      <p:sp>
        <p:nvSpPr>
          <p:cNvPr id="17" name="Tekst: [Termin]"/>
          <p:cNvSpPr txBox="1"/>
          <p:nvPr/>
        </p:nvSpPr>
        <p:spPr>
          <a:xfrm>
            <a:off x="9720000" y="2916000"/>
            <a:ext cx="1608000" cy="612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500" b="1" i="0">
                <a:solidFill>
                  <a:schemeClr val="accent1"/>
                </a:solidFill>
                <a:latin typeface="+mn-lt"/>
              </a:rPr>
              <a:t>[Termin]</a:t>
            </a:r>
          </a:p>
        </p:txBody>
      </p:sp>
      <p:sp>
        <p:nvSpPr>
          <p:cNvPr id="18" name="Karta / tło (kolor z motywu)"/>
          <p:cNvSpPr/>
          <p:nvPr/>
        </p:nvSpPr>
        <p:spPr>
          <a:xfrm>
            <a:off x="864000" y="3528000"/>
            <a:ext cx="10464000" cy="10800"/>
          </a:xfrm>
          <a:prstGeom prst="rect">
            <a:avLst/>
          </a:prstGeom>
          <a:solidFill>
            <a:schemeClr val="accent3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9" name="Ikona / grafika - prawy klik: Zmień obraz" descr="squa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6000" y="3681000"/>
            <a:ext cx="306000" cy="306000"/>
          </a:xfrm>
          <a:prstGeom prst="rect">
            <a:avLst/>
          </a:prstGeom>
        </p:spPr>
      </p:pic>
      <p:sp>
        <p:nvSpPr>
          <p:cNvPr id="20" name="Tekst: [Zadanie 3]"/>
          <p:cNvSpPr txBox="1"/>
          <p:nvPr/>
        </p:nvSpPr>
        <p:spPr>
          <a:xfrm>
            <a:off x="1440000" y="3528000"/>
            <a:ext cx="5580000" cy="612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700" b="1" i="0">
                <a:solidFill>
                  <a:schemeClr val="tx1"/>
                </a:solidFill>
                <a:latin typeface="+mn-lt"/>
              </a:rPr>
              <a:t>[Zadanie 3]</a:t>
            </a:r>
          </a:p>
        </p:txBody>
      </p:sp>
      <p:sp>
        <p:nvSpPr>
          <p:cNvPr id="21" name="Tekst: [Osoba]"/>
          <p:cNvSpPr txBox="1"/>
          <p:nvPr/>
        </p:nvSpPr>
        <p:spPr>
          <a:xfrm>
            <a:off x="7200000" y="3528000"/>
            <a:ext cx="2340000" cy="612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500" b="0" i="0">
                <a:solidFill>
                  <a:schemeClr val="tx1"/>
                </a:solidFill>
                <a:latin typeface="+mn-lt"/>
              </a:rPr>
              <a:t>[Osoba]</a:t>
            </a:r>
          </a:p>
        </p:txBody>
      </p:sp>
      <p:sp>
        <p:nvSpPr>
          <p:cNvPr id="22" name="Tekst: [Termin]"/>
          <p:cNvSpPr txBox="1"/>
          <p:nvPr/>
        </p:nvSpPr>
        <p:spPr>
          <a:xfrm>
            <a:off x="9720000" y="3528000"/>
            <a:ext cx="1608000" cy="612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500" b="1" i="0">
                <a:solidFill>
                  <a:schemeClr val="accent1"/>
                </a:solidFill>
                <a:latin typeface="+mn-lt"/>
              </a:rPr>
              <a:t>[Termin]</a:t>
            </a:r>
          </a:p>
        </p:txBody>
      </p:sp>
      <p:sp>
        <p:nvSpPr>
          <p:cNvPr id="23" name="Karta / tło (kolor z motywu)"/>
          <p:cNvSpPr/>
          <p:nvPr/>
        </p:nvSpPr>
        <p:spPr>
          <a:xfrm>
            <a:off x="864000" y="4140000"/>
            <a:ext cx="10464000" cy="10800"/>
          </a:xfrm>
          <a:prstGeom prst="rect">
            <a:avLst/>
          </a:prstGeom>
          <a:solidFill>
            <a:schemeClr val="accent3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4" name="Ikona / grafika - prawy klik: Zmień obraz" descr="squa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6000" y="4293000"/>
            <a:ext cx="306000" cy="306000"/>
          </a:xfrm>
          <a:prstGeom prst="rect">
            <a:avLst/>
          </a:prstGeom>
        </p:spPr>
      </p:pic>
      <p:sp>
        <p:nvSpPr>
          <p:cNvPr id="25" name="Tekst: [Zadanie 4]"/>
          <p:cNvSpPr txBox="1"/>
          <p:nvPr/>
        </p:nvSpPr>
        <p:spPr>
          <a:xfrm>
            <a:off x="1440000" y="4140000"/>
            <a:ext cx="5580000" cy="612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700" b="1" i="0">
                <a:solidFill>
                  <a:schemeClr val="tx1"/>
                </a:solidFill>
                <a:latin typeface="+mn-lt"/>
              </a:rPr>
              <a:t>[Zadanie 4]</a:t>
            </a:r>
          </a:p>
        </p:txBody>
      </p:sp>
      <p:sp>
        <p:nvSpPr>
          <p:cNvPr id="26" name="Tekst: [Osoba]"/>
          <p:cNvSpPr txBox="1"/>
          <p:nvPr/>
        </p:nvSpPr>
        <p:spPr>
          <a:xfrm>
            <a:off x="7200000" y="4140000"/>
            <a:ext cx="2340000" cy="612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500" b="0" i="0">
                <a:solidFill>
                  <a:schemeClr val="tx1"/>
                </a:solidFill>
                <a:latin typeface="+mn-lt"/>
              </a:rPr>
              <a:t>[Osoba]</a:t>
            </a:r>
          </a:p>
        </p:txBody>
      </p:sp>
      <p:sp>
        <p:nvSpPr>
          <p:cNvPr id="27" name="Tekst: [Termin]"/>
          <p:cNvSpPr txBox="1"/>
          <p:nvPr/>
        </p:nvSpPr>
        <p:spPr>
          <a:xfrm>
            <a:off x="9720000" y="4140000"/>
            <a:ext cx="1608000" cy="612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500" b="1" i="0">
                <a:solidFill>
                  <a:schemeClr val="accent1"/>
                </a:solidFill>
                <a:latin typeface="+mn-lt"/>
              </a:rPr>
              <a:t>[Termin]</a:t>
            </a:r>
          </a:p>
        </p:txBody>
      </p:sp>
      <p:sp>
        <p:nvSpPr>
          <p:cNvPr id="28" name="Karta / tło (kolor z motywu)"/>
          <p:cNvSpPr/>
          <p:nvPr/>
        </p:nvSpPr>
        <p:spPr>
          <a:xfrm>
            <a:off x="864000" y="4752000"/>
            <a:ext cx="10464000" cy="10800"/>
          </a:xfrm>
          <a:prstGeom prst="rect">
            <a:avLst/>
          </a:prstGeom>
          <a:solidFill>
            <a:schemeClr val="accent3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9" name="Ikona / grafika - prawy klik: Zmień obraz" descr="squa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6000" y="4905000"/>
            <a:ext cx="306000" cy="306000"/>
          </a:xfrm>
          <a:prstGeom prst="rect">
            <a:avLst/>
          </a:prstGeom>
        </p:spPr>
      </p:pic>
      <p:sp>
        <p:nvSpPr>
          <p:cNvPr id="30" name="Tekst: [Zadanie 5]"/>
          <p:cNvSpPr txBox="1"/>
          <p:nvPr/>
        </p:nvSpPr>
        <p:spPr>
          <a:xfrm>
            <a:off x="1440000" y="4752000"/>
            <a:ext cx="5580000" cy="612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700" b="1" i="0">
                <a:solidFill>
                  <a:schemeClr val="tx1"/>
                </a:solidFill>
                <a:latin typeface="+mn-lt"/>
              </a:rPr>
              <a:t>[Zadanie 5]</a:t>
            </a:r>
          </a:p>
        </p:txBody>
      </p:sp>
      <p:sp>
        <p:nvSpPr>
          <p:cNvPr id="31" name="Tekst: [Osoba]"/>
          <p:cNvSpPr txBox="1"/>
          <p:nvPr/>
        </p:nvSpPr>
        <p:spPr>
          <a:xfrm>
            <a:off x="7200000" y="4752000"/>
            <a:ext cx="2340000" cy="612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500" b="0" i="0">
                <a:solidFill>
                  <a:schemeClr val="tx1"/>
                </a:solidFill>
                <a:latin typeface="+mn-lt"/>
              </a:rPr>
              <a:t>[Osoba]</a:t>
            </a:r>
          </a:p>
        </p:txBody>
      </p:sp>
      <p:sp>
        <p:nvSpPr>
          <p:cNvPr id="32" name="Tekst: [Termin]"/>
          <p:cNvSpPr txBox="1"/>
          <p:nvPr/>
        </p:nvSpPr>
        <p:spPr>
          <a:xfrm>
            <a:off x="9720000" y="4752000"/>
            <a:ext cx="1608000" cy="612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500" b="1" i="0">
                <a:solidFill>
                  <a:schemeClr val="accent1"/>
                </a:solidFill>
                <a:latin typeface="+mn-lt"/>
              </a:rPr>
              <a:t>[Termin]</a:t>
            </a:r>
          </a:p>
        </p:txBody>
      </p:sp>
      <p:sp>
        <p:nvSpPr>
          <p:cNvPr id="33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Tekst: SLAJD 58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58 - do czego służy</a:t>
            </a:r>
          </a:p>
        </p:txBody>
      </p:sp>
      <p:sp>
        <p:nvSpPr>
          <p:cNvPr id="35" name="OPIS - tresc"/>
          <p:cNvSpPr/>
          <p:nvPr/>
        </p:nvSpPr>
        <p:spPr>
          <a:xfrm>
            <a:off x="12408000" y="522000"/>
            <a:ext cx="3060000" cy="12532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" name="Tekst: NASTĘPNE KROKI: checklista ustaleń po sp"/>
          <p:cNvSpPr txBox="1"/>
          <p:nvPr/>
        </p:nvSpPr>
        <p:spPr>
          <a:xfrm>
            <a:off x="12552000" y="666000"/>
            <a:ext cx="2772000" cy="125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NASTĘPNE KROKI: checklista ustaleń po spotkaniu - zadanie, kto, termin.</a:t>
            </a:r>
          </a:p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Zaznaczony kwadrat = zrobione (skopiuj ikonę z pierwszego wiersza).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 marki" descr="logo_white_bo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0000" y="1512000"/>
            <a:ext cx="2952000" cy="2177100"/>
          </a:xfrm>
          <a:prstGeom prst="rect">
            <a:avLst/>
          </a:prstGeom>
        </p:spPr>
      </p:pic>
      <p:sp>
        <p:nvSpPr>
          <p:cNvPr id="3" name="Tekst: #zawszedobra"/>
          <p:cNvSpPr txBox="1"/>
          <p:nvPr/>
        </p:nvSpPr>
        <p:spPr>
          <a:xfrm>
            <a:off x="0" y="3960000"/>
            <a:ext cx="12192000" cy="64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sz="4000" b="0" i="0">
                <a:solidFill>
                  <a:schemeClr val="bg1"/>
                </a:solidFill>
                <a:latin typeface="+mj-lt"/>
              </a:rPr>
              <a:t>#zawszedobra</a:t>
            </a:r>
          </a:p>
        </p:txBody>
      </p:sp>
      <p:sp>
        <p:nvSpPr>
          <p:cNvPr id="4" name="Tekst: halo@dobrakaloria.pl · dobrakaloria.pl"/>
          <p:cNvSpPr txBox="1"/>
          <p:nvPr/>
        </p:nvSpPr>
        <p:spPr>
          <a:xfrm>
            <a:off x="0" y="4752000"/>
            <a:ext cx="12192000" cy="36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sz="1500" b="0" i="0">
                <a:solidFill>
                  <a:schemeClr val="bg1">
                    <a:lumMod val="88000"/>
                  </a:schemeClr>
                </a:solidFill>
                <a:latin typeface="+mn-lt"/>
              </a:rPr>
              <a:t>halo@dobrakaloria.pl · dobrakaloria.pl</a:t>
            </a:r>
          </a:p>
        </p:txBody>
      </p:sp>
      <p:sp>
        <p:nvSpPr>
          <p:cNvPr id="5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kst: SLAJD 59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59 - do czego służy</a:t>
            </a:r>
          </a:p>
        </p:txBody>
      </p:sp>
      <p:sp>
        <p:nvSpPr>
          <p:cNvPr id="7" name="OPIS - tresc"/>
          <p:cNvSpPr/>
          <p:nvPr/>
        </p:nvSpPr>
        <p:spPr>
          <a:xfrm>
            <a:off x="12408000" y="522000"/>
            <a:ext cx="3060000" cy="10119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kst: Zakończenie: zieleń marki, logo, #zawsze"/>
          <p:cNvSpPr txBox="1"/>
          <p:nvPr/>
        </p:nvSpPr>
        <p:spPr>
          <a:xfrm>
            <a:off x="12552000" y="666000"/>
            <a:ext cx="2772000" cy="10119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Zakończenie: zieleń marki, logo, #zawszedobra. Standardowy ostatni slajd.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ło - zieleń marki (kolor: Projektowanie &gt; Warianty &gt; Kolory)"/>
          <p:cNvSpPr/>
          <p:nvPr/>
        </p:nvSpPr>
        <p:spPr>
          <a:xfrm>
            <a:off x="0" y="4986000"/>
            <a:ext cx="12192000" cy="1872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ytuł slajdu"/>
          <p:cNvSpPr txBox="1"/>
          <p:nvPr/>
        </p:nvSpPr>
        <p:spPr>
          <a:xfrm>
            <a:off x="864000" y="1152000"/>
            <a:ext cx="8640000" cy="158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9600" b="0" i="0">
                <a:solidFill>
                  <a:schemeClr val="tx1"/>
                </a:solidFill>
                <a:latin typeface="+mj-lt"/>
              </a:rPr>
              <a:t>Dziękujemy</a:t>
            </a:r>
          </a:p>
        </p:txBody>
      </p:sp>
      <p:sp>
        <p:nvSpPr>
          <p:cNvPr id="4" name="Tekst: [Jedno zdanie na pożegnanie]"/>
          <p:cNvSpPr txBox="1"/>
          <p:nvPr/>
        </p:nvSpPr>
        <p:spPr>
          <a:xfrm>
            <a:off x="864000" y="2664000"/>
            <a:ext cx="7920000" cy="9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800"/>
              </a:lnSpc>
            </a:pPr>
            <a:r>
              <a:rPr sz="2000" b="0" i="0">
                <a:solidFill>
                  <a:schemeClr val="accent5">
                    <a:lumMod val="70000"/>
                  </a:schemeClr>
                </a:solidFill>
                <a:latin typeface="+mn-lt"/>
              </a:rPr>
              <a:t>[Jedno zdanie na pożegnanie]</a:t>
            </a:r>
          </a:p>
        </p:txBody>
      </p:sp>
      <p:pic>
        <p:nvPicPr>
          <p:cNvPr id="5" name="Logo marki" descr="logo_white_bo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5418000"/>
            <a:ext cx="1368000" cy="1008900"/>
          </a:xfrm>
          <a:prstGeom prst="rect">
            <a:avLst/>
          </a:prstGeom>
        </p:spPr>
      </p:pic>
      <p:sp>
        <p:nvSpPr>
          <p:cNvPr id="6" name="Tekst: [Imię Nazwisko] · [telefon] · [e-mail]"/>
          <p:cNvSpPr txBox="1"/>
          <p:nvPr/>
        </p:nvSpPr>
        <p:spPr>
          <a:xfrm>
            <a:off x="2952000" y="5598000"/>
            <a:ext cx="8592000" cy="72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ts val="2400"/>
              </a:lnSpc>
            </a:pPr>
            <a:r>
              <a:rPr sz="1600" b="0" i="0">
                <a:solidFill>
                  <a:schemeClr val="bg1"/>
                </a:solidFill>
                <a:latin typeface="+mn-lt"/>
              </a:rPr>
              <a:t>[Imię Nazwisko] · [telefon] · [e-mail]</a:t>
            </a:r>
          </a:p>
        </p:txBody>
      </p:sp>
      <p:sp>
        <p:nvSpPr>
          <p:cNvPr id="7" name="OPIS - poza slajdem (niewidoczny w pokazie)"/>
          <p:cNvSpPr/>
          <p:nvPr/>
        </p:nvSpPr>
        <p:spPr>
          <a:xfrm>
            <a:off x="12408000" y="144000"/>
            <a:ext cx="3060000" cy="324000"/>
          </a:xfrm>
          <a:prstGeom prst="roundRect">
            <a:avLst>
              <a:gd name="adj" fmla="val 30000"/>
            </a:avLst>
          </a:prstGeom>
          <a:solidFill>
            <a:srgbClr val="FFD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kst: SLAJD 60 - do czego służy"/>
          <p:cNvSpPr txBox="1"/>
          <p:nvPr/>
        </p:nvSpPr>
        <p:spPr>
          <a:xfrm>
            <a:off x="12552000" y="144000"/>
            <a:ext cx="2880000" cy="324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+mn-lt"/>
              </a:rPr>
              <a:t>SLAJD 60 - do czego służy</a:t>
            </a:r>
          </a:p>
        </p:txBody>
      </p:sp>
      <p:sp>
        <p:nvSpPr>
          <p:cNvPr id="9" name="OPIS - tresc"/>
          <p:cNvSpPr/>
          <p:nvPr/>
        </p:nvSpPr>
        <p:spPr>
          <a:xfrm>
            <a:off x="12408000" y="522000"/>
            <a:ext cx="3060000" cy="1011900"/>
          </a:xfrm>
          <a:prstGeom prst="roundRect">
            <a:avLst>
              <a:gd name="adj" fmla="val 6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kst: Zakończenie z podziękowaniem i kontaktem"/>
          <p:cNvSpPr txBox="1"/>
          <p:nvPr/>
        </p:nvSpPr>
        <p:spPr>
          <a:xfrm>
            <a:off x="12552000" y="666000"/>
            <a:ext cx="2772000" cy="10119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1F1F1F"/>
                </a:solidFill>
                <a:latin typeface="+mn-lt"/>
              </a:rPr>
              <a:t>Zakończenie z podziękowaniem i kontaktem. Gdy chcesz zostawić dane na ekranie podczas rozmowy.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tyw pakietu Office">
  <a:themeElements>
    <a:clrScheme name="Dobra Kaloria - sklep">
      <a:dk1>
        <a:srgbClr val="3B2A20"/>
      </a:dk1>
      <a:lt1>
        <a:srgbClr val="FFFFFF"/>
      </a:lt1>
      <a:dk2>
        <a:srgbClr val="0F763E"/>
      </a:dk2>
      <a:lt2>
        <a:srgbClr val="FFFFFF"/>
      </a:lt2>
      <a:accent1>
        <a:srgbClr val="0F763E"/>
      </a:accent1>
      <a:accent2>
        <a:srgbClr val="DA272D"/>
      </a:accent2>
      <a:accent3>
        <a:srgbClr val="FDF8EC"/>
      </a:accent3>
      <a:accent4>
        <a:srgbClr val="E9F2EC"/>
      </a:accent4>
      <a:accent5>
        <a:srgbClr val="AD8767"/>
      </a:accent5>
      <a:accent6>
        <a:srgbClr val="FFD42A"/>
      </a:accent6>
      <a:hlink>
        <a:srgbClr val="0F763E"/>
      </a:hlink>
      <a:folHlink>
        <a:srgbClr val="AD8767"/>
      </a:folHlink>
    </a:clrScheme>
    <a:fontScheme name="Dobra Kaloria">
      <a:majorFont>
        <a:latin typeface="Mindset"/>
        <a:ea typeface=""/>
        <a:cs typeface=""/>
      </a:majorFont>
      <a:minorFont>
        <a:latin typeface="Lato"/>
        <a:ea typeface=""/>
        <a:cs typeface="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akiet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29F761B32350A64EBEC78F2CCFC18C5D" ma:contentTypeVersion="13" ma:contentTypeDescription="Utwórz nowy dokument." ma:contentTypeScope="" ma:versionID="608b8f8d4f5073d701748d7a6747c81d">
  <xsd:schema xmlns:xsd="http://www.w3.org/2001/XMLSchema" xmlns:xs="http://www.w3.org/2001/XMLSchema" xmlns:p="http://schemas.microsoft.com/office/2006/metadata/properties" xmlns:ns2="d6867396-5431-4086-94b1-a83fd19b5488" xmlns:ns3="94b33eb7-cd84-442f-b122-2f648911b0a7" targetNamespace="http://schemas.microsoft.com/office/2006/metadata/properties" ma:root="true" ma:fieldsID="050a7089316fcb85d8f2259e6aaea14d" ns2:_="" ns3:_="">
    <xsd:import namespace="d6867396-5431-4086-94b1-a83fd19b5488"/>
    <xsd:import namespace="94b33eb7-cd84-442f-b122-2f648911b0a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lcf76f155ced4ddcb4097134ff3c332f" minOccurs="0"/>
                <xsd:element ref="ns2:TaxCatchAll" minOccurs="0"/>
                <xsd:element ref="ns3:MediaServiceDateTaken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6867396-5431-4086-94b1-a83fd19b5488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Udostępniani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Udostępnione dla — szczegóły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7cf7dbd2-b589-4601-b95c-d39c999dd6a3}" ma:internalName="TaxCatchAll" ma:showField="CatchAllData" ma:web="d6867396-5431-4086-94b1-a83fd19b548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4b33eb7-cd84-442f-b122-2f648911b0a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5" nillable="true" ma:taxonomy="true" ma:internalName="lcf76f155ced4ddcb4097134ff3c332f" ma:taxonomyFieldName="MediaServiceImageTags" ma:displayName="Tagi obrazów" ma:readOnly="false" ma:fieldId="{5cf76f15-5ced-4ddc-b409-7134ff3c332f}" ma:taxonomyMulti="true" ma:sspId="2fd26a8e-1c70-4d17-9cd2-54b27e6576b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7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 zawartości"/>
        <xsd:element ref="dc:title" minOccurs="0" maxOccurs="1" ma:index="4" ma:displayName="Tytuł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d6867396-5431-4086-94b1-a83fd19b5488" xsi:nil="true"/>
    <lcf76f155ced4ddcb4097134ff3c332f xmlns="94b33eb7-cd84-442f-b122-2f648911b0a7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C9F51E23-2C4C-49DC-9EA1-2872BBF7C2F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6867396-5431-4086-94b1-a83fd19b5488"/>
    <ds:schemaRef ds:uri="94b33eb7-cd84-442f-b122-2f648911b0a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3CFB45FE-990D-41E1-A6D4-781B0EEB194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836A581-BEFF-4B9F-99CC-87FDFAC9D739}">
  <ds:schemaRefs>
    <ds:schemaRef ds:uri="http://schemas.microsoft.com/office/2006/metadata/properties"/>
    <ds:schemaRef ds:uri="http://schemas.microsoft.com/office/infopath/2007/PartnerControls"/>
    <ds:schemaRef ds:uri="9d6cbd33-be71-4b15-99ec-0752042eaaae"/>
    <ds:schemaRef ds:uri="d6867396-5431-4086-94b1-a83fd19b5488"/>
    <ds:schemaRef ds:uri="94b33eb7-cd84-442f-b122-2f648911b0a7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20502</TotalTime>
  <Words>5850</Words>
  <Application>Microsoft Office PowerPoint</Application>
  <PresentationFormat>Panoramiczny</PresentationFormat>
  <Paragraphs>778</Paragraphs>
  <Slides>60</Slides>
  <Notes>60</Notes>
  <HiddenSlides>2</HiddenSlides>
  <MMClips>0</MMClips>
  <ScaleCrop>false</ScaleCrop>
  <HeadingPairs>
    <vt:vector size="6" baseType="variant">
      <vt:variant>
        <vt:lpstr>Używane czcionki</vt:lpstr>
      </vt:variant>
      <vt:variant>
        <vt:i4>4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60</vt:i4>
      </vt:variant>
    </vt:vector>
  </HeadingPairs>
  <TitlesOfParts>
    <vt:vector size="65" baseType="lpstr">
      <vt:lpstr>Lato</vt:lpstr>
      <vt:lpstr>Mindset</vt:lpstr>
      <vt:lpstr>Arial</vt:lpstr>
      <vt:lpstr>Calibri</vt:lpstr>
      <vt:lpstr>Motyw pakietu Office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Prezentacja programu PowerPoint</dc:title>
  <dc:creator>601579800</dc:creator>
  <cp:lastModifiedBy>Krzysztof Wieczorek</cp:lastModifiedBy>
  <cp:revision>215</cp:revision>
  <dcterms:created xsi:type="dcterms:W3CDTF">2019-03-12T13:50:45Z</dcterms:created>
  <dcterms:modified xsi:type="dcterms:W3CDTF">2026-09-29T14:00:51Z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0x01010029F761B32350A64EBEC78F2CCFC18C5D</vt:lpwstr>
  </property>
</Properties>
</file>